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70" r:id="rId1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7A29E-A323-41B3-A1E8-1C23821E6917}" v="68" dt="2026-04-01T16:18:50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67" autoAdjust="0"/>
  </p:normalViewPr>
  <p:slideViewPr>
    <p:cSldViewPr snapToGrid="0">
      <p:cViewPr>
        <p:scale>
          <a:sx n="25" d="100"/>
          <a:sy n="25" d="100"/>
        </p:scale>
        <p:origin x="12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Arielle (NIH/NIAID) [F]" userId="e27f29b0-6b26-45eb-bfbc-58afc89cc9fa" providerId="ADAL" clId="{A7E64DBE-4B71-4079-9A32-2BC3E68BFAF1}"/>
    <pc:docChg chg="undo redo custSel addSld delSld modSld sldOrd">
      <pc:chgData name="Scott, Arielle (NIH/NIAID) [F]" userId="e27f29b0-6b26-45eb-bfbc-58afc89cc9fa" providerId="ADAL" clId="{A7E64DBE-4B71-4079-9A32-2BC3E68BFAF1}" dt="2026-04-01T16:18:56.342" v="1395" actId="20577"/>
      <pc:docMkLst>
        <pc:docMk/>
      </pc:docMkLst>
      <pc:sldChg chg="modSp mod">
        <pc:chgData name="Scott, Arielle (NIH/NIAID) [F]" userId="e27f29b0-6b26-45eb-bfbc-58afc89cc9fa" providerId="ADAL" clId="{A7E64DBE-4B71-4079-9A32-2BC3E68BFAF1}" dt="2026-03-20T14:34:20.228" v="976" actId="27636"/>
        <pc:sldMkLst>
          <pc:docMk/>
          <pc:sldMk cId="3077697314" sldId="257"/>
        </pc:sldMkLst>
        <pc:spChg chg="mod">
          <ac:chgData name="Scott, Arielle (NIH/NIAID) [F]" userId="e27f29b0-6b26-45eb-bfbc-58afc89cc9fa" providerId="ADAL" clId="{A7E64DBE-4B71-4079-9A32-2BC3E68BFAF1}" dt="2026-03-20T14:34:20.228" v="976" actId="27636"/>
          <ac:spMkLst>
            <pc:docMk/>
            <pc:sldMk cId="3077697314" sldId="257"/>
            <ac:spMk id="3" creationId="{989AD146-3AF2-29F4-329D-899F38A4F4AC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287" v="977" actId="27636"/>
        <pc:sldMkLst>
          <pc:docMk/>
          <pc:sldMk cId="1764026342" sldId="258"/>
        </pc:sldMkLst>
        <pc:spChg chg="mod">
          <ac:chgData name="Scott, Arielle (NIH/NIAID) [F]" userId="e27f29b0-6b26-45eb-bfbc-58afc89cc9fa" providerId="ADAL" clId="{A7E64DBE-4B71-4079-9A32-2BC3E68BFAF1}" dt="2026-03-20T14:34:20.287" v="977" actId="27636"/>
          <ac:spMkLst>
            <pc:docMk/>
            <pc:sldMk cId="1764026342" sldId="258"/>
            <ac:spMk id="3" creationId="{979CBFEF-0903-BDF1-3E6B-90F9708B094A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303" v="978" actId="27636"/>
        <pc:sldMkLst>
          <pc:docMk/>
          <pc:sldMk cId="1684891142" sldId="259"/>
        </pc:sldMkLst>
        <pc:spChg chg="mod">
          <ac:chgData name="Scott, Arielle (NIH/NIAID) [F]" userId="e27f29b0-6b26-45eb-bfbc-58afc89cc9fa" providerId="ADAL" clId="{A7E64DBE-4B71-4079-9A32-2BC3E68BFAF1}" dt="2026-03-20T14:34:20.303" v="978" actId="27636"/>
          <ac:spMkLst>
            <pc:docMk/>
            <pc:sldMk cId="1684891142" sldId="259"/>
            <ac:spMk id="3" creationId="{BE50A55E-08E2-09E8-7E6A-560BE8B22DD2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335" v="979" actId="27636"/>
        <pc:sldMkLst>
          <pc:docMk/>
          <pc:sldMk cId="1593046845" sldId="260"/>
        </pc:sldMkLst>
        <pc:spChg chg="mod">
          <ac:chgData name="Scott, Arielle (NIH/NIAID) [F]" userId="e27f29b0-6b26-45eb-bfbc-58afc89cc9fa" providerId="ADAL" clId="{A7E64DBE-4B71-4079-9A32-2BC3E68BFAF1}" dt="2026-03-20T14:34:20.335" v="979" actId="27636"/>
          <ac:spMkLst>
            <pc:docMk/>
            <pc:sldMk cId="1593046845" sldId="260"/>
            <ac:spMk id="3" creationId="{D9B25DE0-7607-4F81-6536-A5B0ABB2C704}"/>
          </ac:spMkLst>
        </pc:spChg>
      </pc:sldChg>
      <pc:sldChg chg="modSp add mod ord modNotesTx">
        <pc:chgData name="Scott, Arielle (NIH/NIAID) [F]" userId="e27f29b0-6b26-45eb-bfbc-58afc89cc9fa" providerId="ADAL" clId="{A7E64DBE-4B71-4079-9A32-2BC3E68BFAF1}" dt="2026-03-19T19:05:44.935" v="974" actId="27636"/>
        <pc:sldMkLst>
          <pc:docMk/>
          <pc:sldMk cId="2130942675" sldId="267"/>
        </pc:sldMkLst>
        <pc:spChg chg="mod">
          <ac:chgData name="Scott, Arielle (NIH/NIAID) [F]" userId="e27f29b0-6b26-45eb-bfbc-58afc89cc9fa" providerId="ADAL" clId="{A7E64DBE-4B71-4079-9A32-2BC3E68BFAF1}" dt="2026-03-19T19:05:44.935" v="974" actId="27636"/>
          <ac:spMkLst>
            <pc:docMk/>
            <pc:sldMk cId="2130942675" sldId="267"/>
            <ac:spMk id="2" creationId="{71753CD7-37E6-638D-E4B3-1B1A50434540}"/>
          </ac:spMkLst>
        </pc:spChg>
        <pc:spChg chg="mod">
          <ac:chgData name="Scott, Arielle (NIH/NIAID) [F]" userId="e27f29b0-6b26-45eb-bfbc-58afc89cc9fa" providerId="ADAL" clId="{A7E64DBE-4B71-4079-9A32-2BC3E68BFAF1}" dt="2026-03-19T17:30:10.563" v="330" actId="21"/>
          <ac:spMkLst>
            <pc:docMk/>
            <pc:sldMk cId="2130942675" sldId="267"/>
            <ac:spMk id="3" creationId="{051083A6-A624-0176-6B92-A0B71F9F53C7}"/>
          </ac:spMkLst>
        </pc:spChg>
      </pc:sldChg>
      <pc:sldChg chg="addSp delSp modSp new mod modClrScheme chgLayout">
        <pc:chgData name="Scott, Arielle (NIH/NIAID) [F]" userId="e27f29b0-6b26-45eb-bfbc-58afc89cc9fa" providerId="ADAL" clId="{A7E64DBE-4B71-4079-9A32-2BC3E68BFAF1}" dt="2026-03-20T14:36:46.137" v="1012" actId="1076"/>
        <pc:sldMkLst>
          <pc:docMk/>
          <pc:sldMk cId="4211924374" sldId="268"/>
        </pc:sldMkLst>
        <pc:spChg chg="add del mod ord">
          <ac:chgData name="Scott, Arielle (NIH/NIAID) [F]" userId="e27f29b0-6b26-45eb-bfbc-58afc89cc9fa" providerId="ADAL" clId="{A7E64DBE-4B71-4079-9A32-2BC3E68BFAF1}" dt="2026-03-20T14:36:42.834" v="1011" actId="403"/>
          <ac:spMkLst>
            <pc:docMk/>
            <pc:sldMk cId="4211924374" sldId="268"/>
            <ac:spMk id="3" creationId="{DF245211-6821-FB37-3F76-E324985FE31D}"/>
          </ac:spMkLst>
        </pc:spChg>
        <pc:spChg chg="add mod ord">
          <ac:chgData name="Scott, Arielle (NIH/NIAID) [F]" userId="e27f29b0-6b26-45eb-bfbc-58afc89cc9fa" providerId="ADAL" clId="{A7E64DBE-4B71-4079-9A32-2BC3E68BFAF1}" dt="2026-03-20T14:36:42.834" v="1011" actId="403"/>
          <ac:spMkLst>
            <pc:docMk/>
            <pc:sldMk cId="4211924374" sldId="268"/>
            <ac:spMk id="5" creationId="{912DE653-866A-0335-254A-120BC03CCF12}"/>
          </ac:spMkLst>
        </pc:spChg>
        <pc:spChg chg="add mod">
          <ac:chgData name="Scott, Arielle (NIH/NIAID) [F]" userId="e27f29b0-6b26-45eb-bfbc-58afc89cc9fa" providerId="ADAL" clId="{A7E64DBE-4B71-4079-9A32-2BC3E68BFAF1}" dt="2026-03-20T14:36:46.137" v="1012" actId="1076"/>
          <ac:spMkLst>
            <pc:docMk/>
            <pc:sldMk cId="4211924374" sldId="268"/>
            <ac:spMk id="8" creationId="{1DAB67C1-54F7-4000-F997-190B549FCF3E}"/>
          </ac:spMkLst>
        </pc:spChg>
      </pc:sldChg>
      <pc:sldChg chg="addSp delSp modSp add mod">
        <pc:chgData name="Scott, Arielle (NIH/NIAID) [F]" userId="e27f29b0-6b26-45eb-bfbc-58afc89cc9fa" providerId="ADAL" clId="{A7E64DBE-4B71-4079-9A32-2BC3E68BFAF1}" dt="2026-04-01T16:18:56.342" v="1395" actId="20577"/>
        <pc:sldMkLst>
          <pc:docMk/>
          <pc:sldMk cId="2101163144" sldId="269"/>
        </pc:sldMkLst>
        <pc:spChg chg="add mod ord">
          <ac:chgData name="Scott, Arielle (NIH/NIAID) [F]" userId="e27f29b0-6b26-45eb-bfbc-58afc89cc9fa" providerId="ADAL" clId="{A7E64DBE-4B71-4079-9A32-2BC3E68BFAF1}" dt="2026-04-01T15:55:26.411" v="1095" actId="167"/>
          <ac:spMkLst>
            <pc:docMk/>
            <pc:sldMk cId="2101163144" sldId="269"/>
            <ac:spMk id="2" creationId="{7D975936-8FEF-5CCA-E36C-D064AF5F1395}"/>
          </ac:spMkLst>
        </pc:spChg>
        <pc:spChg chg="add del mod">
          <ac:chgData name="Scott, Arielle (NIH/NIAID) [F]" userId="e27f29b0-6b26-45eb-bfbc-58afc89cc9fa" providerId="ADAL" clId="{A7E64DBE-4B71-4079-9A32-2BC3E68BFAF1}" dt="2026-04-01T15:55:48.402" v="1105" actId="478"/>
          <ac:spMkLst>
            <pc:docMk/>
            <pc:sldMk cId="2101163144" sldId="269"/>
            <ac:spMk id="3" creationId="{75D4AC54-1B79-4D32-38A4-2A3067FD0427}"/>
          </ac:spMkLst>
        </pc:spChg>
        <pc:spChg chg="add del mod">
          <ac:chgData name="Scott, Arielle (NIH/NIAID) [F]" userId="e27f29b0-6b26-45eb-bfbc-58afc89cc9fa" providerId="ADAL" clId="{A7E64DBE-4B71-4079-9A32-2BC3E68BFAF1}" dt="2026-04-01T15:59:48.406" v="1125" actId="478"/>
          <ac:spMkLst>
            <pc:docMk/>
            <pc:sldMk cId="2101163144" sldId="269"/>
            <ac:spMk id="4" creationId="{1DA59918-9BB4-BFE4-049E-E09A88CD5AA0}"/>
          </ac:spMkLst>
        </pc:spChg>
        <pc:spChg chg="add del mod">
          <ac:chgData name="Scott, Arielle (NIH/NIAID) [F]" userId="e27f29b0-6b26-45eb-bfbc-58afc89cc9fa" providerId="ADAL" clId="{A7E64DBE-4B71-4079-9A32-2BC3E68BFAF1}" dt="2026-04-01T15:59:50.078" v="1126" actId="478"/>
          <ac:spMkLst>
            <pc:docMk/>
            <pc:sldMk cId="2101163144" sldId="269"/>
            <ac:spMk id="5" creationId="{6E3EC695-4889-5BB6-E3C7-B054B8570CE9}"/>
          </ac:spMkLst>
        </pc:spChg>
        <pc:spChg chg="add del mod">
          <ac:chgData name="Scott, Arielle (NIH/NIAID) [F]" userId="e27f29b0-6b26-45eb-bfbc-58afc89cc9fa" providerId="ADAL" clId="{A7E64DBE-4B71-4079-9A32-2BC3E68BFAF1}" dt="2026-04-01T16:14:55.039" v="1202" actId="478"/>
          <ac:spMkLst>
            <pc:docMk/>
            <pc:sldMk cId="2101163144" sldId="269"/>
            <ac:spMk id="6" creationId="{60B52C58-6DE2-C2FA-9CE4-FC20BB188FB5}"/>
          </ac:spMkLst>
        </pc:spChg>
        <pc:spChg chg="add del mod">
          <ac:chgData name="Scott, Arielle (NIH/NIAID) [F]" userId="e27f29b0-6b26-45eb-bfbc-58afc89cc9fa" providerId="ADAL" clId="{A7E64DBE-4B71-4079-9A32-2BC3E68BFAF1}" dt="2026-04-01T16:14:54.475" v="1201" actId="478"/>
          <ac:spMkLst>
            <pc:docMk/>
            <pc:sldMk cId="2101163144" sldId="269"/>
            <ac:spMk id="7" creationId="{7C7105E7-111D-AC38-0EA1-643BC5D15516}"/>
          </ac:spMkLst>
        </pc:spChg>
        <pc:spChg chg="add del mod topLvl">
          <ac:chgData name="Scott, Arielle (NIH/NIAID) [F]" userId="e27f29b0-6b26-45eb-bfbc-58afc89cc9fa" providerId="ADAL" clId="{A7E64DBE-4B71-4079-9A32-2BC3E68BFAF1}" dt="2026-04-01T16:17:08.587" v="1258" actId="255"/>
          <ac:spMkLst>
            <pc:docMk/>
            <pc:sldMk cId="2101163144" sldId="269"/>
            <ac:spMk id="8" creationId="{5E946A1C-8BDE-1AD9-D7C7-480683D8C052}"/>
          </ac:spMkLst>
        </pc:spChg>
        <pc:spChg chg="add del mod topLvl">
          <ac:chgData name="Scott, Arielle (NIH/NIAID) [F]" userId="e27f29b0-6b26-45eb-bfbc-58afc89cc9fa" providerId="ADAL" clId="{A7E64DBE-4B71-4079-9A32-2BC3E68BFAF1}" dt="2026-04-01T16:04:53.808" v="1177" actId="478"/>
          <ac:spMkLst>
            <pc:docMk/>
            <pc:sldMk cId="2101163144" sldId="269"/>
            <ac:spMk id="9" creationId="{F2894A0E-C8B0-B208-BFDD-FC54E4929893}"/>
          </ac:spMkLst>
        </pc:spChg>
        <pc:spChg chg="add mod">
          <ac:chgData name="Scott, Arielle (NIH/NIAID) [F]" userId="e27f29b0-6b26-45eb-bfbc-58afc89cc9fa" providerId="ADAL" clId="{A7E64DBE-4B71-4079-9A32-2BC3E68BFAF1}" dt="2026-04-01T15:51:02.591" v="1067" actId="122"/>
          <ac:spMkLst>
            <pc:docMk/>
            <pc:sldMk cId="2101163144" sldId="269"/>
            <ac:spMk id="10" creationId="{AF1FF0A5-E838-D626-EF6A-EF43049F7972}"/>
          </ac:spMkLst>
        </pc:spChg>
        <pc:spChg chg="add del mod ord topLvl">
          <ac:chgData name="Scott, Arielle (NIH/NIAID) [F]" userId="e27f29b0-6b26-45eb-bfbc-58afc89cc9fa" providerId="ADAL" clId="{A7E64DBE-4B71-4079-9A32-2BC3E68BFAF1}" dt="2026-04-01T16:04:53.808" v="1177" actId="478"/>
          <ac:spMkLst>
            <pc:docMk/>
            <pc:sldMk cId="2101163144" sldId="269"/>
            <ac:spMk id="12" creationId="{02FB749F-3D3A-5916-0AA3-6142C3ADF1A0}"/>
          </ac:spMkLst>
        </pc:spChg>
        <pc:spChg chg="mod">
          <ac:chgData name="Scott, Arielle (NIH/NIAID) [F]" userId="e27f29b0-6b26-45eb-bfbc-58afc89cc9fa" providerId="ADAL" clId="{A7E64DBE-4B71-4079-9A32-2BC3E68BFAF1}" dt="2026-04-01T16:03:06.831" v="1155"/>
          <ac:spMkLst>
            <pc:docMk/>
            <pc:sldMk cId="2101163144" sldId="269"/>
            <ac:spMk id="14" creationId="{98C7E15A-EC85-9211-BAE9-61597DD81E1C}"/>
          </ac:spMkLst>
        </pc:spChg>
        <pc:spChg chg="mod">
          <ac:chgData name="Scott, Arielle (NIH/NIAID) [F]" userId="e27f29b0-6b26-45eb-bfbc-58afc89cc9fa" providerId="ADAL" clId="{A7E64DBE-4B71-4079-9A32-2BC3E68BFAF1}" dt="2026-04-01T16:03:06.831" v="1155"/>
          <ac:spMkLst>
            <pc:docMk/>
            <pc:sldMk cId="2101163144" sldId="269"/>
            <ac:spMk id="15" creationId="{22045206-7590-2B64-60C6-70B436CFD37B}"/>
          </ac:spMkLst>
        </pc:spChg>
        <pc:spChg chg="add del mod">
          <ac:chgData name="Scott, Arielle (NIH/NIAID) [F]" userId="e27f29b0-6b26-45eb-bfbc-58afc89cc9fa" providerId="ADAL" clId="{A7E64DBE-4B71-4079-9A32-2BC3E68BFAF1}" dt="2026-04-01T16:14:52.718" v="1200" actId="478"/>
          <ac:spMkLst>
            <pc:docMk/>
            <pc:sldMk cId="2101163144" sldId="269"/>
            <ac:spMk id="16" creationId="{EB8A4E45-6D08-ADC2-FA74-275A7072C2DA}"/>
          </ac:spMkLst>
        </pc:spChg>
        <pc:spChg chg="mod topLvl">
          <ac:chgData name="Scott, Arielle (NIH/NIAID) [F]" userId="e27f29b0-6b26-45eb-bfbc-58afc89cc9fa" providerId="ADAL" clId="{A7E64DBE-4B71-4079-9A32-2BC3E68BFAF1}" dt="2026-04-01T16:14:35.524" v="1193" actId="164"/>
          <ac:spMkLst>
            <pc:docMk/>
            <pc:sldMk cId="2101163144" sldId="269"/>
            <ac:spMk id="19" creationId="{2C2AD5A2-7429-5DCE-62C0-278B93B46630}"/>
          </ac:spMkLst>
        </pc:spChg>
        <pc:spChg chg="mod topLvl">
          <ac:chgData name="Scott, Arielle (NIH/NIAID) [F]" userId="e27f29b0-6b26-45eb-bfbc-58afc89cc9fa" providerId="ADAL" clId="{A7E64DBE-4B71-4079-9A32-2BC3E68BFAF1}" dt="2026-04-01T16:05:13.541" v="1183" actId="165"/>
          <ac:spMkLst>
            <pc:docMk/>
            <pc:sldMk cId="2101163144" sldId="269"/>
            <ac:spMk id="20" creationId="{C68B687D-12AE-8EDD-59B2-640C9BBA89A7}"/>
          </ac:spMkLst>
        </pc:spChg>
        <pc:spChg chg="add del mod">
          <ac:chgData name="Scott, Arielle (NIH/NIAID) [F]" userId="e27f29b0-6b26-45eb-bfbc-58afc89cc9fa" providerId="ADAL" clId="{A7E64DBE-4B71-4079-9A32-2BC3E68BFAF1}" dt="2026-04-01T16:14:29.022" v="1191" actId="478"/>
          <ac:spMkLst>
            <pc:docMk/>
            <pc:sldMk cId="2101163144" sldId="269"/>
            <ac:spMk id="21" creationId="{312923BC-BA6F-C981-C4CB-1EB20D7D77D9}"/>
          </ac:spMkLst>
        </pc:spChg>
        <pc:spChg chg="add del mod">
          <ac:chgData name="Scott, Arielle (NIH/NIAID) [F]" userId="e27f29b0-6b26-45eb-bfbc-58afc89cc9fa" providerId="ADAL" clId="{A7E64DBE-4B71-4079-9A32-2BC3E68BFAF1}" dt="2026-04-01T16:14:29.526" v="1192" actId="478"/>
          <ac:spMkLst>
            <pc:docMk/>
            <pc:sldMk cId="2101163144" sldId="269"/>
            <ac:spMk id="22" creationId="{B8A4A2C0-5BF7-BA66-5C07-8C78184E5319}"/>
          </ac:spMkLst>
        </pc:spChg>
        <pc:spChg chg="mod">
          <ac:chgData name="Scott, Arielle (NIH/NIAID) [F]" userId="e27f29b0-6b26-45eb-bfbc-58afc89cc9fa" providerId="ADAL" clId="{A7E64DBE-4B71-4079-9A32-2BC3E68BFAF1}" dt="2026-04-01T16:17:38.550" v="1274" actId="20577"/>
          <ac:spMkLst>
            <pc:docMk/>
            <pc:sldMk cId="2101163144" sldId="269"/>
            <ac:spMk id="25" creationId="{CE36AD40-FF0F-9D84-F1A8-DBA871055B69}"/>
          </ac:spMkLst>
        </pc:spChg>
        <pc:spChg chg="mod">
          <ac:chgData name="Scott, Arielle (NIH/NIAID) [F]" userId="e27f29b0-6b26-45eb-bfbc-58afc89cc9fa" providerId="ADAL" clId="{A7E64DBE-4B71-4079-9A32-2BC3E68BFAF1}" dt="2026-04-01T16:14:36.610" v="1194"/>
          <ac:spMkLst>
            <pc:docMk/>
            <pc:sldMk cId="2101163144" sldId="269"/>
            <ac:spMk id="26" creationId="{E0713B02-2457-7250-1C38-BB2E15F06985}"/>
          </ac:spMkLst>
        </pc:spChg>
        <pc:spChg chg="mod">
          <ac:chgData name="Scott, Arielle (NIH/NIAID) [F]" userId="e27f29b0-6b26-45eb-bfbc-58afc89cc9fa" providerId="ADAL" clId="{A7E64DBE-4B71-4079-9A32-2BC3E68BFAF1}" dt="2026-04-01T16:17:54.726" v="1295" actId="20577"/>
          <ac:spMkLst>
            <pc:docMk/>
            <pc:sldMk cId="2101163144" sldId="269"/>
            <ac:spMk id="28" creationId="{F82C016C-1097-DEA1-930D-A5E849C48A6B}"/>
          </ac:spMkLst>
        </pc:spChg>
        <pc:spChg chg="mod">
          <ac:chgData name="Scott, Arielle (NIH/NIAID) [F]" userId="e27f29b0-6b26-45eb-bfbc-58afc89cc9fa" providerId="ADAL" clId="{A7E64DBE-4B71-4079-9A32-2BC3E68BFAF1}" dt="2026-04-01T16:14:39.893" v="1196"/>
          <ac:spMkLst>
            <pc:docMk/>
            <pc:sldMk cId="2101163144" sldId="269"/>
            <ac:spMk id="29" creationId="{9AA7E6DA-EBF8-5577-1E67-391B4AB9F41C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1" creationId="{041075D8-54D9-57CF-F0C1-834EE823821C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2" creationId="{89EAC498-B10E-160D-E969-6AE79AB9DC71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4" creationId="{A775CCAC-DA85-AF67-45F7-D7E3344CC9F3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5" creationId="{3E972CFA-5503-FF2F-6409-984080D717AB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7" creationId="{B203290F-34D3-80D9-C8AC-153ED817E98B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8" creationId="{E054A1D4-BA9E-B7E6-7B6F-A6629D2C95A7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0" creationId="{1295C6EA-5FC8-4C2A-517C-502BE1D6CEF6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1" creationId="{84DC8FD3-D3B1-C839-7F11-FB99B5ED7735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3" creationId="{94B6D5A6-845C-C487-F697-D08A259784B8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4" creationId="{7B49C867-AF10-38FB-8E71-20E4E42B8368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6" creationId="{78A17E30-18C2-153F-7B83-3443C8821D1E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7" creationId="{AD0A28A0-0FC6-F55D-5E3D-3F57B205E8D8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49" creationId="{450241F3-4665-1662-A227-8CED67B49BE6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0" creationId="{A3AF73CC-CD6E-930B-0489-8485E98DC382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2" creationId="{34F5FFF2-BEF6-B9ED-B2A5-5FADCA1B8519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3" creationId="{34B9C810-4454-680B-545D-6771F62AC676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5" creationId="{2C0AD857-82B3-A029-CA38-A8E34E2E8781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6" creationId="{8615A8B0-3FB5-0A11-2B52-763F9C781871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58" creationId="{C8A81BD2-D7DC-23B5-5CDF-75C10034FB67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59" creationId="{0512338A-2A94-7E93-D326-A7C52933A7BF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61" creationId="{B0FD380E-5A44-8175-96AC-6424B336A84A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62" creationId="{616C7D72-60AE-A545-C983-B5FAEC502634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1024" creationId="{A4E34907-D73D-ADFF-79BC-B9F105FF6E13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1025" creationId="{9909B1FB-3E11-9643-91BD-4E0EE3208A1E}"/>
          </ac:spMkLst>
        </pc:spChg>
        <pc:spChg chg="mod">
          <ac:chgData name="Scott, Arielle (NIH/NIAID) [F]" userId="e27f29b0-6b26-45eb-bfbc-58afc89cc9fa" providerId="ADAL" clId="{A7E64DBE-4B71-4079-9A32-2BC3E68BFAF1}" dt="2026-04-01T16:18:06.953" v="1320" actId="20577"/>
          <ac:spMkLst>
            <pc:docMk/>
            <pc:sldMk cId="2101163144" sldId="269"/>
            <ac:spMk id="1028" creationId="{B5AC9B94-4300-6A21-147E-076B6F2E2677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29" creationId="{8E4A9DA4-8D27-EA74-1FA0-ED41DBD6EBD7}"/>
          </ac:spMkLst>
        </pc:spChg>
        <pc:spChg chg="mod">
          <ac:chgData name="Scott, Arielle (NIH/NIAID) [F]" userId="e27f29b0-6b26-45eb-bfbc-58afc89cc9fa" providerId="ADAL" clId="{A7E64DBE-4B71-4079-9A32-2BC3E68BFAF1}" dt="2026-04-01T16:18:21.200" v="1332" actId="20577"/>
          <ac:spMkLst>
            <pc:docMk/>
            <pc:sldMk cId="2101163144" sldId="269"/>
            <ac:spMk id="1031" creationId="{D066E2A1-CAB9-3732-1D36-A82F4235ABBE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32" creationId="{F96EADC0-21CD-C13B-10D4-DEAFDB7A264F}"/>
          </ac:spMkLst>
        </pc:spChg>
        <pc:spChg chg="mod">
          <ac:chgData name="Scott, Arielle (NIH/NIAID) [F]" userId="e27f29b0-6b26-45eb-bfbc-58afc89cc9fa" providerId="ADAL" clId="{A7E64DBE-4B71-4079-9A32-2BC3E68BFAF1}" dt="2026-04-01T16:18:18.167" v="1330" actId="20577"/>
          <ac:spMkLst>
            <pc:docMk/>
            <pc:sldMk cId="2101163144" sldId="269"/>
            <ac:spMk id="1034" creationId="{C8C5C869-D8BC-19A4-4DF9-7CE667F502CB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35" creationId="{877C3F3A-046A-07C7-BC26-FCD36D61BB84}"/>
          </ac:spMkLst>
        </pc:spChg>
        <pc:spChg chg="mod">
          <ac:chgData name="Scott, Arielle (NIH/NIAID) [F]" userId="e27f29b0-6b26-45eb-bfbc-58afc89cc9fa" providerId="ADAL" clId="{A7E64DBE-4B71-4079-9A32-2BC3E68BFAF1}" dt="2026-04-01T16:18:33.024" v="1361" actId="20577"/>
          <ac:spMkLst>
            <pc:docMk/>
            <pc:sldMk cId="2101163144" sldId="269"/>
            <ac:spMk id="1037" creationId="{F91A9106-0AE3-EB2E-46EA-A4E2386BE491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38" creationId="{9F1EC27A-715B-9CA3-78A8-B0A5C954FF45}"/>
          </ac:spMkLst>
        </pc:spChg>
        <pc:spChg chg="mod">
          <ac:chgData name="Scott, Arielle (NIH/NIAID) [F]" userId="e27f29b0-6b26-45eb-bfbc-58afc89cc9fa" providerId="ADAL" clId="{A7E64DBE-4B71-4079-9A32-2BC3E68BFAF1}" dt="2026-04-01T16:18:45.039" v="1376" actId="20577"/>
          <ac:spMkLst>
            <pc:docMk/>
            <pc:sldMk cId="2101163144" sldId="269"/>
            <ac:spMk id="1040" creationId="{AC0EB154-7555-85A6-97A3-EE138F3A7B01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41" creationId="{21D1051C-33A3-78FD-ABBA-EF9961C5C19D}"/>
          </ac:spMkLst>
        </pc:spChg>
        <pc:spChg chg="mod">
          <ac:chgData name="Scott, Arielle (NIH/NIAID) [F]" userId="e27f29b0-6b26-45eb-bfbc-58afc89cc9fa" providerId="ADAL" clId="{A7E64DBE-4B71-4079-9A32-2BC3E68BFAF1}" dt="2026-04-01T16:18:56.342" v="1395" actId="20577"/>
          <ac:spMkLst>
            <pc:docMk/>
            <pc:sldMk cId="2101163144" sldId="269"/>
            <ac:spMk id="1043" creationId="{ACE44D19-B97B-D250-1A7C-12D0C6D375C3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44" creationId="{E1F36393-E3FE-31BA-7F8C-2B68AD75CE57}"/>
          </ac:spMkLst>
        </pc:spChg>
        <pc:grpChg chg="add del mod">
          <ac:chgData name="Scott, Arielle (NIH/NIAID) [F]" userId="e27f29b0-6b26-45eb-bfbc-58afc89cc9fa" providerId="ADAL" clId="{A7E64DBE-4B71-4079-9A32-2BC3E68BFAF1}" dt="2026-04-01T16:03:46.964" v="1162" actId="165"/>
          <ac:grpSpMkLst>
            <pc:docMk/>
            <pc:sldMk cId="2101163144" sldId="269"/>
            <ac:grpSpMk id="11" creationId="{32B6A5A0-6AD2-C914-F023-22A3A46D4D1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4:21.200" v="1168" actId="478"/>
          <ac:grpSpMkLst>
            <pc:docMk/>
            <pc:sldMk cId="2101163144" sldId="269"/>
            <ac:grpSpMk id="13" creationId="{99E60AC4-8F0F-0063-740E-83A1AEFCAC5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4:45.176" v="1175" actId="165"/>
          <ac:grpSpMkLst>
            <pc:docMk/>
            <pc:sldMk cId="2101163144" sldId="269"/>
            <ac:grpSpMk id="17" creationId="{9DDA0362-9647-55D9-4253-18A1BCC65929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5:13.541" v="1183" actId="165"/>
          <ac:grpSpMkLst>
            <pc:docMk/>
            <pc:sldMk cId="2101163144" sldId="269"/>
            <ac:grpSpMk id="18" creationId="{567DB618-4063-D603-4781-3509807B2ECE}"/>
          </ac:grpSpMkLst>
        </pc:grpChg>
        <pc:grpChg chg="add mod">
          <ac:chgData name="Scott, Arielle (NIH/NIAID) [F]" userId="e27f29b0-6b26-45eb-bfbc-58afc89cc9fa" providerId="ADAL" clId="{A7E64DBE-4B71-4079-9A32-2BC3E68BFAF1}" dt="2026-04-01T16:15:54.048" v="1220" actId="14100"/>
          <ac:grpSpMkLst>
            <pc:docMk/>
            <pc:sldMk cId="2101163144" sldId="269"/>
            <ac:grpSpMk id="23" creationId="{B99A6012-2EB0-E6C8-AE06-D498E9C04B99}"/>
          </ac:grpSpMkLst>
        </pc:grpChg>
        <pc:grpChg chg="add mod">
          <ac:chgData name="Scott, Arielle (NIH/NIAID) [F]" userId="e27f29b0-6b26-45eb-bfbc-58afc89cc9fa" providerId="ADAL" clId="{A7E64DBE-4B71-4079-9A32-2BC3E68BFAF1}" dt="2026-04-01T16:15:57.148" v="1221" actId="14100"/>
          <ac:grpSpMkLst>
            <pc:docMk/>
            <pc:sldMk cId="2101163144" sldId="269"/>
            <ac:grpSpMk id="24" creationId="{5351018F-31DD-0E63-2FFB-2425C214E913}"/>
          </ac:grpSpMkLst>
        </pc:grpChg>
        <pc:grpChg chg="add mod">
          <ac:chgData name="Scott, Arielle (NIH/NIAID) [F]" userId="e27f29b0-6b26-45eb-bfbc-58afc89cc9fa" providerId="ADAL" clId="{A7E64DBE-4B71-4079-9A32-2BC3E68BFAF1}" dt="2026-04-01T16:16:02.060" v="1223" actId="14100"/>
          <ac:grpSpMkLst>
            <pc:docMk/>
            <pc:sldMk cId="2101163144" sldId="269"/>
            <ac:grpSpMk id="27" creationId="{70E834EE-1D04-B404-0DEC-59AB58770928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16.998" v="1214" actId="478"/>
          <ac:grpSpMkLst>
            <pc:docMk/>
            <pc:sldMk cId="2101163144" sldId="269"/>
            <ac:grpSpMk id="30" creationId="{2319B2B4-04A4-CED5-0951-C25CD84E657D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21.983" v="1215" actId="478"/>
          <ac:grpSpMkLst>
            <pc:docMk/>
            <pc:sldMk cId="2101163144" sldId="269"/>
            <ac:grpSpMk id="33" creationId="{06FBF4E0-4D79-DBFA-F7B5-6DE43E62038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24.064" v="1216" actId="478"/>
          <ac:grpSpMkLst>
            <pc:docMk/>
            <pc:sldMk cId="2101163144" sldId="269"/>
            <ac:grpSpMk id="36" creationId="{11A7A1C6-3419-8B05-F12C-AAAB10C08FDE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4.494" v="1224" actId="478"/>
          <ac:grpSpMkLst>
            <pc:docMk/>
            <pc:sldMk cId="2101163144" sldId="269"/>
            <ac:grpSpMk id="39" creationId="{720F1609-2292-A959-FCB5-7C5AE3758D4B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5.198" v="1225" actId="478"/>
          <ac:grpSpMkLst>
            <pc:docMk/>
            <pc:sldMk cId="2101163144" sldId="269"/>
            <ac:grpSpMk id="42" creationId="{F0CBB471-912E-1035-A947-24F672E74B7F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5.788" v="1226" actId="478"/>
          <ac:grpSpMkLst>
            <pc:docMk/>
            <pc:sldMk cId="2101163144" sldId="269"/>
            <ac:grpSpMk id="45" creationId="{36F9BCB0-B82F-0969-49DC-CCD51B0CE46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6.922" v="1227" actId="478"/>
          <ac:grpSpMkLst>
            <pc:docMk/>
            <pc:sldMk cId="2101163144" sldId="269"/>
            <ac:grpSpMk id="48" creationId="{18AD4864-8638-A82D-07C3-E135041E9CD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7.709" v="1228" actId="478"/>
          <ac:grpSpMkLst>
            <pc:docMk/>
            <pc:sldMk cId="2101163144" sldId="269"/>
            <ac:grpSpMk id="51" creationId="{553D51E1-BD93-729A-66C3-EB2E58D0C666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8.152" v="1229" actId="478"/>
          <ac:grpSpMkLst>
            <pc:docMk/>
            <pc:sldMk cId="2101163144" sldId="269"/>
            <ac:grpSpMk id="54" creationId="{2D94E321-1737-7DBC-5B0F-AAF64A6C3BE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10.088" v="1232" actId="478"/>
          <ac:grpSpMkLst>
            <pc:docMk/>
            <pc:sldMk cId="2101163144" sldId="269"/>
            <ac:grpSpMk id="57" creationId="{A88B535F-FB04-B1E7-8C1B-14D4C8823DD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9.552" v="1231" actId="478"/>
          <ac:grpSpMkLst>
            <pc:docMk/>
            <pc:sldMk cId="2101163144" sldId="269"/>
            <ac:grpSpMk id="60" creationId="{1E1BAFBC-414B-25CA-7D53-2173BCE6A779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8.737" v="1230" actId="478"/>
          <ac:grpSpMkLst>
            <pc:docMk/>
            <pc:sldMk cId="2101163144" sldId="269"/>
            <ac:grpSpMk id="63" creationId="{9A1EB518-BEDE-D441-9906-C7FE3BA11C2E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27" creationId="{5DA42DF9-81E2-AD77-5510-091E9500CC57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30" creationId="{83DBE692-9EB6-C66A-5BAA-B53A08687C56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33" creationId="{02C98249-C779-EA9B-4A16-56B0B7D5F6EB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36" creationId="{0C7B189B-8830-2A23-7363-3BA405CCB1F4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39" creationId="{2C0820EA-3659-42AC-E27B-70FB129B7DB7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42" creationId="{763CEA53-267B-C845-2F92-A1D0AC0AC300}"/>
          </ac:grpSpMkLst>
        </pc:grpChg>
        <pc:picChg chg="add del mod">
          <ac:chgData name="Scott, Arielle (NIH/NIAID) [F]" userId="e27f29b0-6b26-45eb-bfbc-58afc89cc9fa" providerId="ADAL" clId="{A7E64DBE-4B71-4079-9A32-2BC3E68BFAF1}" dt="2026-04-01T15:55:44.005" v="1104" actId="478"/>
          <ac:picMkLst>
            <pc:docMk/>
            <pc:sldMk cId="2101163144" sldId="269"/>
            <ac:picMk id="1026" creationId="{574D6FD7-4B0D-CEDF-73E1-DF702AB3BEC4}"/>
          </ac:picMkLst>
        </pc:picChg>
      </pc:sldChg>
      <pc:sldChg chg="addSp delSp modSp new mod">
        <pc:chgData name="Scott, Arielle (NIH/NIAID) [F]" userId="e27f29b0-6b26-45eb-bfbc-58afc89cc9fa" providerId="ADAL" clId="{A7E64DBE-4B71-4079-9A32-2BC3E68BFAF1}" dt="2026-04-01T15:46:52.668" v="1041" actId="14100"/>
        <pc:sldMkLst>
          <pc:docMk/>
          <pc:sldMk cId="375994857" sldId="270"/>
        </pc:sldMkLst>
        <pc:spChg chg="del">
          <ac:chgData name="Scott, Arielle (NIH/NIAID) [F]" userId="e27f29b0-6b26-45eb-bfbc-58afc89cc9fa" providerId="ADAL" clId="{A7E64DBE-4B71-4079-9A32-2BC3E68BFAF1}" dt="2026-04-01T15:45:58.752" v="1026" actId="478"/>
          <ac:spMkLst>
            <pc:docMk/>
            <pc:sldMk cId="375994857" sldId="270"/>
            <ac:spMk id="2" creationId="{2996C67A-93FA-2AF6-CD53-FC4EE9BCBD62}"/>
          </ac:spMkLst>
        </pc:spChg>
        <pc:spChg chg="del">
          <ac:chgData name="Scott, Arielle (NIH/NIAID) [F]" userId="e27f29b0-6b26-45eb-bfbc-58afc89cc9fa" providerId="ADAL" clId="{A7E64DBE-4B71-4079-9A32-2BC3E68BFAF1}" dt="2026-04-01T15:46:01.472" v="1028" actId="478"/>
          <ac:spMkLst>
            <pc:docMk/>
            <pc:sldMk cId="375994857" sldId="270"/>
            <ac:spMk id="3" creationId="{352ABB7C-B0EF-A901-8F76-9EE82FCEBF31}"/>
          </ac:spMkLst>
        </pc:spChg>
        <pc:spChg chg="del">
          <ac:chgData name="Scott, Arielle (NIH/NIAID) [F]" userId="e27f29b0-6b26-45eb-bfbc-58afc89cc9fa" providerId="ADAL" clId="{A7E64DBE-4B71-4079-9A32-2BC3E68BFAF1}" dt="2026-04-01T15:46:00.903" v="1027" actId="478"/>
          <ac:spMkLst>
            <pc:docMk/>
            <pc:sldMk cId="375994857" sldId="270"/>
            <ac:spMk id="4" creationId="{E80F922B-B0E4-13F9-8232-53E82945D1DC}"/>
          </ac:spMkLst>
        </pc:spChg>
        <pc:spChg chg="add del">
          <ac:chgData name="Scott, Arielle (NIH/NIAID) [F]" userId="e27f29b0-6b26-45eb-bfbc-58afc89cc9fa" providerId="ADAL" clId="{A7E64DBE-4B71-4079-9A32-2BC3E68BFAF1}" dt="2026-04-01T15:46:08.857" v="1032" actId="22"/>
          <ac:spMkLst>
            <pc:docMk/>
            <pc:sldMk cId="375994857" sldId="270"/>
            <ac:spMk id="6" creationId="{AFCFC7B4-1EF7-EDE3-2042-F48480A04651}"/>
          </ac:spMkLst>
        </pc:spChg>
        <pc:spChg chg="add del">
          <ac:chgData name="Scott, Arielle (NIH/NIAID) [F]" userId="e27f29b0-6b26-45eb-bfbc-58afc89cc9fa" providerId="ADAL" clId="{A7E64DBE-4B71-4079-9A32-2BC3E68BFAF1}" dt="2026-04-01T15:46:10.672" v="1034" actId="478"/>
          <ac:spMkLst>
            <pc:docMk/>
            <pc:sldMk cId="375994857" sldId="270"/>
            <ac:spMk id="8" creationId="{363ED4BC-85A1-0CEB-7381-FB8110C6ABB4}"/>
          </ac:spMkLst>
        </pc:spChg>
        <pc:spChg chg="add del">
          <ac:chgData name="Scott, Arielle (NIH/NIAID) [F]" userId="e27f29b0-6b26-45eb-bfbc-58afc89cc9fa" providerId="ADAL" clId="{A7E64DBE-4B71-4079-9A32-2BC3E68BFAF1}" dt="2026-04-01T15:46:16.891" v="1036" actId="22"/>
          <ac:spMkLst>
            <pc:docMk/>
            <pc:sldMk cId="375994857" sldId="270"/>
            <ac:spMk id="10" creationId="{3D31B19D-8723-65D6-0278-9562CE7FC90A}"/>
          </ac:spMkLst>
        </pc:spChg>
        <pc:picChg chg="add mod">
          <ac:chgData name="Scott, Arielle (NIH/NIAID) [F]" userId="e27f29b0-6b26-45eb-bfbc-58afc89cc9fa" providerId="ADAL" clId="{A7E64DBE-4B71-4079-9A32-2BC3E68BFAF1}" dt="2026-04-01T15:46:52.668" v="1041" actId="14100"/>
          <ac:picMkLst>
            <pc:docMk/>
            <pc:sldMk cId="375994857" sldId="270"/>
            <ac:picMk id="12" creationId="{C6B4FB16-624A-A027-4BEA-13838BF7EB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919F8-B3EC-4CC7-8CD7-0B70F324A65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D508A-D768-4622-8FD2-0607840A9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*Process, annotate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scRNA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-seq data of healthy ovary, healthy testis, fetal gonad, ovarian cancer (HGSOC)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*Cell types using cellmarker2.0, published atlases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*Published CTA list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quantify CTA expression for each dataset; compare across cell types in each dataset; compare across datasets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*Identify genes not activate in healthy ovary that are CTA, that are active in fetal, cancer and fetal + cancer (oncofetal reprogramming)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D508A-D768-4622-8FD2-0607840A95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4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1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4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5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6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3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3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17DDD-E504-4832-AC3E-6E28A2BFF38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3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3A7D-D3E9-E287-8953-BA441C42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Postbac</a:t>
            </a:r>
            <a:r>
              <a:rPr lang="en-US" dirty="0"/>
              <a:t> poster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0F57D-764E-1C3D-C61C-00D25C63A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0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CABF-717D-8B99-1E87-2078CE55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D146-3AF2-29F4-329D-899F38A4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4-029. Daniel DeMelfi Genotyping of HLA Class I Genes with </a:t>
            </a:r>
            <a:r>
              <a:rPr lang="en-US" dirty="0" err="1"/>
              <a:t>scRNAseq</a:t>
            </a:r>
            <a:r>
              <a:rPr lang="en-US" dirty="0"/>
              <a:t> Data Using </a:t>
            </a:r>
            <a:r>
              <a:rPr lang="en-US" dirty="0" err="1"/>
              <a:t>arcasHLA</a:t>
            </a:r>
            <a:r>
              <a:rPr lang="en-US" dirty="0"/>
              <a:t> and UMI Consensus Lafayette College (Pennsylvania) Preceptor: Dr. Nan-Ping Weng</a:t>
            </a:r>
          </a:p>
          <a:p>
            <a:r>
              <a:rPr lang="en-US" dirty="0"/>
              <a:t>6-101. Laura Heinly Specificity of Neuronal Cell-Cell Communication using Single-Cell RNA Sequencing Data American University (District of Columbia) Preceptors: Dr. Stefano Marenco, Dr. Pavan </a:t>
            </a:r>
            <a:r>
              <a:rPr lang="en-US" dirty="0" err="1"/>
              <a:t>Auluck</a:t>
            </a:r>
            <a:endParaRPr lang="en-US" dirty="0"/>
          </a:p>
          <a:p>
            <a:r>
              <a:rPr lang="en-US" dirty="0"/>
              <a:t>1-048. Divine </a:t>
            </a:r>
            <a:r>
              <a:rPr lang="en-US" dirty="0" err="1"/>
              <a:t>Ayichi</a:t>
            </a:r>
            <a:r>
              <a:rPr lang="en-US" dirty="0"/>
              <a:t> </a:t>
            </a:r>
            <a:r>
              <a:rPr lang="en-US" dirty="0" err="1"/>
              <a:t>ScRNA</a:t>
            </a:r>
            <a:r>
              <a:rPr lang="en-US" dirty="0"/>
              <a:t>-seq Analysis Reveals Drastic Epithelial Cell Transformation at the Climax of Xenopus Intestinal Metamorphosis University of Maryland College Park (Maryland) Preceptors: Dr. Yun-Bo Shi, Dr. </a:t>
            </a:r>
            <a:r>
              <a:rPr lang="en-US" dirty="0" err="1"/>
              <a:t>Liezhen</a:t>
            </a:r>
            <a:r>
              <a:rPr lang="en-US" dirty="0"/>
              <a:t> Fu</a:t>
            </a:r>
          </a:p>
          <a:p>
            <a:r>
              <a:rPr lang="en-US" dirty="0"/>
              <a:t>4-014. Samantha Hoge Using </a:t>
            </a:r>
            <a:r>
              <a:rPr lang="en-US" dirty="0" err="1"/>
              <a:t>scRNA</a:t>
            </a:r>
            <a:r>
              <a:rPr lang="en-US" dirty="0"/>
              <a:t>-seq to characterize cellular diversity in the highly regenerative flatworm </a:t>
            </a:r>
            <a:r>
              <a:rPr lang="en-US" dirty="0" err="1"/>
              <a:t>Macrostomum</a:t>
            </a:r>
            <a:r>
              <a:rPr lang="en-US" dirty="0"/>
              <a:t> </a:t>
            </a:r>
            <a:r>
              <a:rPr lang="en-US" dirty="0" err="1"/>
              <a:t>lignano</a:t>
            </a:r>
            <a:r>
              <a:rPr lang="en-US" dirty="0"/>
              <a:t> University of Georgia (Georgia) Preceptor: Dr. Erin Davies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9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BB83-5E7D-EE53-89B8-BCCFBFAB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5C4D-7F03-46BC-465D-B02E21AB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59C40-2FD7-DA7E-6599-AABD2BAFE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5-022. Anisha Singhal Single Cell Transcriptomic Analysis of the Upper Airways of Children with Respiratory Virus Infections Rutgers University (New Jersey) Preceptors: Dr. Daniel Douek, Dr. Chaim Schramm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6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9633-89D3-6367-4940-FA8B0FA2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snRNAseq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BFEF-0903-BDF1-3E6B-90F9708B0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6-102. Lauren Schramm </a:t>
            </a:r>
            <a:r>
              <a:rPr lang="en-US" dirty="0" err="1"/>
              <a:t>snRNAseq</a:t>
            </a:r>
            <a:r>
              <a:rPr lang="en-US" dirty="0"/>
              <a:t> Reveals Cell Type-Specific Expression Changes in the </a:t>
            </a:r>
            <a:r>
              <a:rPr lang="en-US" dirty="0" err="1"/>
              <a:t>dlPFC</a:t>
            </a:r>
            <a:r>
              <a:rPr lang="en-US" dirty="0"/>
              <a:t> in Schizophrenia George Washington University (District of Columbia) Preceptors: Dr. Pavan </a:t>
            </a:r>
            <a:r>
              <a:rPr lang="en-US" dirty="0" err="1"/>
              <a:t>Auluck</a:t>
            </a:r>
            <a:r>
              <a:rPr lang="en-US" dirty="0"/>
              <a:t>, Dr. Stefano Marenco</a:t>
            </a:r>
          </a:p>
          <a:p>
            <a:r>
              <a:rPr lang="en-US" dirty="0"/>
              <a:t>4-059. Monica Mesecar Multi-Region snRNA-Seq Analysis of Human Brain across Age Reveals Transcriptomic Patterns Conserved in Inhibitory Neurons University of Notre Dame (Indiana) Preceptors: Dr. Mark Cookson, Dr. Dominic </a:t>
            </a:r>
            <a:r>
              <a:rPr lang="en-US" dirty="0" err="1"/>
              <a:t>Acr</a:t>
            </a:r>
            <a:endParaRPr lang="en-US" dirty="0"/>
          </a:p>
          <a:p>
            <a:r>
              <a:rPr lang="en-US" dirty="0"/>
              <a:t>6-078. Cordelia Hume Single-nucleus comparative transcriptomic perspective on the midline thalamus between the Rhesus Macaque, Common Marmoset, and Rat Duke University (North Carolina) Preceptor: Dr. Yogita Chudasama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2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D458-97A3-81F1-70D2-9B278DC8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RNAseq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0A55E-08E2-09E8-7E6A-560BE8B2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4-117. Nasser Adjei RNA sequencing identified differentially expressed genes in the </a:t>
            </a:r>
            <a:r>
              <a:rPr lang="en-US" dirty="0" err="1"/>
              <a:t>mesocorticolimbic</a:t>
            </a:r>
            <a:r>
              <a:rPr lang="en-US" dirty="0"/>
              <a:t> and nigrostriatal system of rats with punishment associated compulsive and non-compulsive methamphetamine taking phenotypes George Washington University (District of Columbia) Preceptors: Dr. Jean Cadet, Dr. Atul </a:t>
            </a:r>
            <a:r>
              <a:rPr lang="en-US" dirty="0" err="1"/>
              <a:t>Daiwile</a:t>
            </a:r>
            <a:endParaRPr lang="en-US" dirty="0"/>
          </a:p>
          <a:p>
            <a:endParaRPr lang="en-US" dirty="0"/>
          </a:p>
          <a:p>
            <a:r>
              <a:rPr lang="en-US" dirty="0"/>
              <a:t>4-107. James Ulysse </a:t>
            </a:r>
            <a:r>
              <a:rPr lang="en-US" dirty="0" err="1"/>
              <a:t>Rna</a:t>
            </a:r>
            <a:r>
              <a:rPr lang="en-US" dirty="0"/>
              <a:t> sequencing analysis identifies differentially expressed genes in the medial prefrontal of rats after continuous and intermittent access to sucrose Meharry Medical college (Maryland) Preceptors: Dr. Jean Cadet, Dr. Atul </a:t>
            </a:r>
            <a:r>
              <a:rPr lang="en-US" dirty="0" err="1"/>
              <a:t>Dawile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89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A7B0-F9FC-CEC8-C935-697A78F9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transcriptomics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5DE0-7607-4F81-6536-A5B0ABB2C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2-104. Sara Dawood Spatial Transcriptomics Reveals Changes in Tumor/Tumor Microenvironment During Neoadjuvant ADT in Locally Advanced Prostate Cancer University of Maryland (Maryland) Preceptor: Dr. Anson K</a:t>
            </a:r>
          </a:p>
          <a:p>
            <a:r>
              <a:rPr lang="en-US" dirty="0"/>
              <a:t>3-113. Hannah Odom Spatial Transcriptomics and its Application to the Mouse Cochlea Georgia Institute of Technology (Georgia) Preceptor: Dr. Ronna </a:t>
            </a:r>
            <a:r>
              <a:rPr lang="en-US" dirty="0" err="1"/>
              <a:t>Hertzano</a:t>
            </a:r>
            <a:r>
              <a:rPr lang="en-US" dirty="0"/>
              <a:t> </a:t>
            </a:r>
          </a:p>
          <a:p>
            <a:r>
              <a:rPr lang="en-US" dirty="0"/>
              <a:t>7-045. Nick Howell Investigating Glucagon-Deficient Endocrine Objects through Spatial Transcriptomics of Human Pancreas Arizona State University (Arizona) Preceptors: Dr. Mike Erdos, Dr. Leslie Biesecker</a:t>
            </a:r>
          </a:p>
          <a:p>
            <a:r>
              <a:rPr lang="en-US" dirty="0"/>
              <a:t>7-138. Junho Yi Characterization of Salivary Glands </a:t>
            </a:r>
            <a:r>
              <a:rPr lang="en-US" dirty="0" err="1"/>
              <a:t>Virome</a:t>
            </a:r>
            <a:r>
              <a:rPr lang="en-US" dirty="0"/>
              <a:t> in Sjogren's Syndrome Patients through the Use of Spatial Transcriptomics University of Maryland Baltimore County (Maryland)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4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9F76-599F-22F7-AC69-62745032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Multi-omics/Transcriptomics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600A6-D90C-D1D7-4865-EC3CFE154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1-050. Elizabeth Davis Single Cell and Spatial Transcriptomics at the Molecular Genomics Core DePauw University (Indiana) Preceptors: Dr. Forbes Porter, Mr. Vivek Mahadevan</a:t>
            </a:r>
          </a:p>
          <a:p>
            <a:r>
              <a:rPr lang="en-US" dirty="0"/>
              <a:t>5-102. Nico Dellario A Transcriptomic Signature for Asthma Derived from PBMCs Rensselaer Polytechnic Institute (New York) Preceptors: Mr. Rakesh Natarajan, Dr. Rasika Mathias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3E06-1CCF-F5BF-B6EC-AE0B1EE9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3CD7-37E6-638D-E4B3-1B1A5043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scRNA</a:t>
            </a:r>
            <a:r>
              <a:rPr lang="en-US" dirty="0"/>
              <a:t>-Seq Reveals Unexpected Expression of Cancer-Testis Genes in Female Fetal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083A6-A624-0176-6B92-A0B71F9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18" y="10687050"/>
            <a:ext cx="37616130" cy="15664817"/>
          </a:xfrm>
        </p:spPr>
        <p:txBody>
          <a:bodyPr>
            <a:normAutofit/>
          </a:bodyPr>
          <a:lstStyle/>
          <a:p>
            <a:r>
              <a:rPr lang="en-US" sz="6480" dirty="0" err="1"/>
              <a:t>scRNA</a:t>
            </a:r>
            <a:r>
              <a:rPr lang="en-US" sz="6480" dirty="0"/>
              <a:t>-Seq Reveals Cancer-Testis Antigen Expression in Fetal Development and Ovarian Cancer</a:t>
            </a:r>
          </a:p>
          <a:p>
            <a:r>
              <a:rPr lang="en-US" sz="6480" dirty="0" err="1"/>
              <a:t>scRNA</a:t>
            </a:r>
            <a:r>
              <a:rPr lang="en-US" sz="6480" dirty="0"/>
              <a:t>-Seq Analysis Reveals Cancer-Testis Antigen Expression in Fetal and Ovarian Cancer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DFFD7-9E45-4BC3-6117-281206E2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19460"/>
            <a:ext cx="43891200" cy="97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4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45211-6821-FB37-3F76-E324985FE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7499" y="918410"/>
            <a:ext cx="18653760" cy="20886422"/>
          </a:xfrm>
        </p:spPr>
        <p:txBody>
          <a:bodyPr>
            <a:normAutofit/>
          </a:bodyPr>
          <a:lstStyle/>
          <a:p>
            <a:r>
              <a:rPr lang="en-US" sz="6600" b="1" dirty="0"/>
              <a:t>Poster technical requirements</a:t>
            </a:r>
          </a:p>
          <a:p>
            <a:r>
              <a:rPr lang="en-US" sz="6600" dirty="0"/>
              <a:t>Poster Board Size: 72" (Width) x 48" (Height)</a:t>
            </a:r>
          </a:p>
          <a:p>
            <a:r>
              <a:rPr lang="en-US" sz="6600" dirty="0"/>
              <a:t>Recommended Poster Size: 48” (Width) and 36” (Height)</a:t>
            </a:r>
          </a:p>
          <a:p>
            <a:r>
              <a:rPr lang="en-US" sz="6600" dirty="0"/>
              <a:t>Poster Orientation: Landscape</a:t>
            </a:r>
          </a:p>
          <a:p>
            <a:r>
              <a:rPr lang="en-US" sz="6600" dirty="0"/>
              <a:t>Recommended Font Sizes: </a:t>
            </a:r>
          </a:p>
          <a:p>
            <a:r>
              <a:rPr lang="en-US" sz="6600" dirty="0"/>
              <a:t>Title: 80 pt</a:t>
            </a:r>
          </a:p>
          <a:p>
            <a:r>
              <a:rPr lang="en-US" sz="6600" dirty="0"/>
              <a:t>Section Headings: 54 pt</a:t>
            </a:r>
          </a:p>
          <a:p>
            <a:r>
              <a:rPr lang="en-US" sz="6600" dirty="0"/>
              <a:t>Secondary Section Headings or Figure Title: 44 pt</a:t>
            </a:r>
          </a:p>
          <a:p>
            <a:r>
              <a:rPr lang="en-US" sz="6600" b="1" dirty="0"/>
              <a:t>General Text: 36 – 40 pt</a:t>
            </a:r>
            <a:endParaRPr lang="en-US" sz="6600" dirty="0"/>
          </a:p>
          <a:p>
            <a:r>
              <a:rPr lang="en-US" sz="6600" dirty="0"/>
              <a:t>Figure/table legends: 28 pt</a:t>
            </a:r>
          </a:p>
          <a:p>
            <a:endParaRPr lang="en-US" sz="6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2DE653-866A-0335-254A-120BC03CC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449899" y="918410"/>
            <a:ext cx="18653760" cy="20886422"/>
          </a:xfrm>
        </p:spPr>
        <p:txBody>
          <a:bodyPr>
            <a:normAutofit/>
          </a:bodyPr>
          <a:lstStyle/>
          <a:p>
            <a:r>
              <a:rPr lang="en-US" sz="6600" b="1" dirty="0"/>
              <a:t>Content and design</a:t>
            </a:r>
          </a:p>
          <a:p>
            <a:r>
              <a:rPr lang="en-US" sz="6600" b="1" dirty="0"/>
              <a:t>Content</a:t>
            </a:r>
          </a:p>
          <a:p>
            <a:r>
              <a:rPr lang="en-US" sz="6600" dirty="0"/>
              <a:t>Include the following components in your poster presentation:</a:t>
            </a:r>
          </a:p>
          <a:p>
            <a:r>
              <a:rPr lang="en-US" sz="6600" dirty="0"/>
              <a:t>Title and Author Information:</a:t>
            </a:r>
          </a:p>
          <a:p>
            <a:pPr lvl="1"/>
            <a:r>
              <a:rPr lang="en-US" sz="6600" dirty="0"/>
              <a:t>Title</a:t>
            </a:r>
          </a:p>
          <a:p>
            <a:pPr lvl="1"/>
            <a:r>
              <a:rPr lang="en-US" sz="6600" dirty="0"/>
              <a:t>Author, Affiliation</a:t>
            </a:r>
          </a:p>
          <a:p>
            <a:pPr lvl="1"/>
            <a:r>
              <a:rPr lang="en-US" sz="6600" dirty="0"/>
              <a:t>Institute or Center name, logos</a:t>
            </a:r>
          </a:p>
          <a:p>
            <a:r>
              <a:rPr lang="en-US" sz="6600" dirty="0"/>
              <a:t>Content:</a:t>
            </a:r>
          </a:p>
          <a:p>
            <a:pPr lvl="1"/>
            <a:r>
              <a:rPr lang="en-US" sz="6600" dirty="0"/>
              <a:t>an introduction (providing background information),</a:t>
            </a:r>
          </a:p>
          <a:p>
            <a:pPr lvl="1"/>
            <a:r>
              <a:rPr lang="en-US" sz="6600" dirty="0"/>
              <a:t>a brief statement of the purpose of the project,</a:t>
            </a:r>
          </a:p>
          <a:p>
            <a:pPr lvl="1"/>
            <a:r>
              <a:rPr lang="en-US" sz="6600" dirty="0"/>
              <a:t>a description of materials and methods used, and</a:t>
            </a:r>
          </a:p>
          <a:p>
            <a:pPr lvl="1"/>
            <a:r>
              <a:rPr lang="en-US" sz="6600" dirty="0"/>
              <a:t>a summary of results and conclusions.</a:t>
            </a:r>
          </a:p>
          <a:p>
            <a:endParaRPr lang="en-US" sz="6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AB67C1-54F7-4000-F997-190B549FCF3E}"/>
              </a:ext>
            </a:extLst>
          </p:cNvPr>
          <p:cNvSpPr txBox="1">
            <a:spLocks/>
          </p:cNvSpPr>
          <p:nvPr/>
        </p:nvSpPr>
        <p:spPr>
          <a:xfrm>
            <a:off x="2247499" y="21091357"/>
            <a:ext cx="36301680" cy="99501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/>
              <a:t>Design</a:t>
            </a:r>
          </a:p>
          <a:p>
            <a:r>
              <a:rPr lang="en-US" sz="6000" dirty="0"/>
              <a:t>Here are some general guidelines for laying out the design of your poster:</a:t>
            </a:r>
          </a:p>
          <a:p>
            <a:r>
              <a:rPr lang="en-US" sz="6000" dirty="0"/>
              <a:t>A light background with dark text is easiest to read.</a:t>
            </a:r>
          </a:p>
          <a:p>
            <a:r>
              <a:rPr lang="en-US" sz="6000" dirty="0"/>
              <a:t>Use one font and style to integrate all portions of your poster.</a:t>
            </a:r>
          </a:p>
          <a:p>
            <a:r>
              <a:rPr lang="en-US" sz="6000" dirty="0"/>
              <a:t>Label graphics directly and use tables for small data sets.</a:t>
            </a:r>
          </a:p>
          <a:p>
            <a:r>
              <a:rPr lang="en-US" sz="6000" dirty="0"/>
              <a:t>Keep your title simple and consider using it to state the conclusion or focus of your study.</a:t>
            </a:r>
          </a:p>
          <a:p>
            <a:r>
              <a:rPr lang="en-US" sz="6000" dirty="0"/>
              <a:t>Figures, diagrams, and bullet points are better than paragraphs of text.</a:t>
            </a:r>
          </a:p>
          <a:p>
            <a:r>
              <a:rPr lang="en-US" sz="6000" dirty="0"/>
              <a:t>A general rule of thumb is to allow 40% of your space for graphics, 20% for text, and 40% for white space.</a:t>
            </a:r>
          </a:p>
        </p:txBody>
      </p:sp>
    </p:spTree>
    <p:extLst>
      <p:ext uri="{BB962C8B-B14F-4D97-AF65-F5344CB8AC3E}">
        <p14:creationId xmlns:p14="http://schemas.microsoft.com/office/powerpoint/2010/main" val="421192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142E-2522-EFBA-D579-D6321B18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975936-8FEF-5CCA-E36C-D064AF5F1395}"/>
              </a:ext>
            </a:extLst>
          </p:cNvPr>
          <p:cNvSpPr/>
          <p:nvPr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FF0A5-E838-D626-EF6A-EF43049F7972}"/>
              </a:ext>
            </a:extLst>
          </p:cNvPr>
          <p:cNvSpPr txBox="1"/>
          <p:nvPr/>
        </p:nvSpPr>
        <p:spPr>
          <a:xfrm>
            <a:off x="8153400" y="0"/>
            <a:ext cx="27584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8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scRNA</a:t>
            </a:r>
            <a:r>
              <a:rPr lang="en-US" sz="78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-Seq Reveals Unexpected Expression of Cancer-Testis Genes in Female Fetal Development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9A6012-2EB0-E6C8-AE06-D498E9C04B99}"/>
              </a:ext>
            </a:extLst>
          </p:cNvPr>
          <p:cNvGrpSpPr/>
          <p:nvPr/>
        </p:nvGrpSpPr>
        <p:grpSpPr>
          <a:xfrm>
            <a:off x="1790700" y="5624214"/>
            <a:ext cx="10058400" cy="5486400"/>
            <a:chOff x="1924050" y="5572720"/>
            <a:chExt cx="6362700" cy="529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46A1C-8BDE-1AD9-D7C7-480683D8C052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Introduction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2AD5A2-7429-5DCE-62C0-278B93B46630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68B687D-12AE-8EDD-59B2-640C9BBA89A7}"/>
              </a:ext>
            </a:extLst>
          </p:cNvPr>
          <p:cNvSpPr txBox="1"/>
          <p:nvPr/>
        </p:nvSpPr>
        <p:spPr>
          <a:xfrm>
            <a:off x="7410450" y="16623625"/>
            <a:ext cx="6229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51018F-31DD-0E63-2FFB-2425C214E913}"/>
              </a:ext>
            </a:extLst>
          </p:cNvPr>
          <p:cNvGrpSpPr/>
          <p:nvPr/>
        </p:nvGrpSpPr>
        <p:grpSpPr>
          <a:xfrm>
            <a:off x="1790700" y="12645762"/>
            <a:ext cx="10058400" cy="5486400"/>
            <a:chOff x="1924050" y="5572720"/>
            <a:chExt cx="6362700" cy="529658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36AD40-FF0F-9D84-F1A8-DBA871055B69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Hypothesis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713B02-2457-7250-1C38-BB2E15F06985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E834EE-1D04-B404-0DEC-59AB58770928}"/>
              </a:ext>
            </a:extLst>
          </p:cNvPr>
          <p:cNvGrpSpPr/>
          <p:nvPr/>
        </p:nvGrpSpPr>
        <p:grpSpPr>
          <a:xfrm>
            <a:off x="1790700" y="20272636"/>
            <a:ext cx="10058400" cy="5486400"/>
            <a:chOff x="1924050" y="5572720"/>
            <a:chExt cx="6362700" cy="529658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2C016C-1097-DEA1-930D-A5E849C48A6B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Methods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A7E6DA-EBF8-5577-1E67-391B4AB9F41C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5DA42DF9-81E2-AD77-5510-091E9500CC57}"/>
              </a:ext>
            </a:extLst>
          </p:cNvPr>
          <p:cNvGrpSpPr/>
          <p:nvPr/>
        </p:nvGrpSpPr>
        <p:grpSpPr>
          <a:xfrm>
            <a:off x="16916400" y="5624214"/>
            <a:ext cx="10058400" cy="5486400"/>
            <a:chOff x="1924050" y="5572720"/>
            <a:chExt cx="6362700" cy="5296585"/>
          </a:xfrm>
        </p:grpSpPr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B5AC9B94-4300-6A21-147E-076B6F2E2677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Data/Results 1</a:t>
              </a: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E4A9DA4-8D27-EA74-1FA0-ED41DBD6EBD7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83DBE692-9EB6-C66A-5BAA-B53A08687C56}"/>
              </a:ext>
            </a:extLst>
          </p:cNvPr>
          <p:cNvGrpSpPr/>
          <p:nvPr/>
        </p:nvGrpSpPr>
        <p:grpSpPr>
          <a:xfrm>
            <a:off x="16916400" y="12645762"/>
            <a:ext cx="10058400" cy="5486400"/>
            <a:chOff x="1924050" y="5572720"/>
            <a:chExt cx="6362700" cy="5296585"/>
          </a:xfrm>
        </p:grpSpPr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D066E2A1-CAB9-3732-1D36-A82F4235ABBE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Data/Results 2</a:t>
              </a:r>
            </a:p>
          </p:txBody>
        </p: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F96EADC0-21CD-C13B-10D4-DEAFDB7A264F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2C98249-C779-EA9B-4A16-56B0B7D5F6EB}"/>
              </a:ext>
            </a:extLst>
          </p:cNvPr>
          <p:cNvGrpSpPr/>
          <p:nvPr/>
        </p:nvGrpSpPr>
        <p:grpSpPr>
          <a:xfrm>
            <a:off x="16916400" y="20272636"/>
            <a:ext cx="10058400" cy="5486400"/>
            <a:chOff x="1924050" y="5572720"/>
            <a:chExt cx="6362700" cy="5296585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C8C5C869-D8BC-19A4-4DF9-7CE667F502CB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Data/Results 3</a:t>
              </a: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877C3F3A-046A-07C7-BC26-FCD36D61BB84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0C7B189B-8830-2A23-7363-3BA405CCB1F4}"/>
              </a:ext>
            </a:extLst>
          </p:cNvPr>
          <p:cNvGrpSpPr/>
          <p:nvPr/>
        </p:nvGrpSpPr>
        <p:grpSpPr>
          <a:xfrm>
            <a:off x="32042100" y="5624214"/>
            <a:ext cx="10058400" cy="5486400"/>
            <a:chOff x="1924050" y="5572720"/>
            <a:chExt cx="6362700" cy="5296585"/>
          </a:xfrm>
        </p:grpSpPr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F91A9106-0AE3-EB2E-46EA-A4E2386BE491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Conclusions</a:t>
              </a:r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9F1EC27A-715B-9CA3-78A8-B0A5C954FF45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2C0820EA-3659-42AC-E27B-70FB129B7DB7}"/>
              </a:ext>
            </a:extLst>
          </p:cNvPr>
          <p:cNvGrpSpPr/>
          <p:nvPr/>
        </p:nvGrpSpPr>
        <p:grpSpPr>
          <a:xfrm>
            <a:off x="32042100" y="12645762"/>
            <a:ext cx="10058400" cy="5486400"/>
            <a:chOff x="1924050" y="5572720"/>
            <a:chExt cx="6362700" cy="5296585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AC0EB154-7555-85A6-97A3-EE138F3A7B01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Future Work</a:t>
              </a: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21D1051C-33A3-78FD-ABBA-EF9961C5C19D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763CEA53-267B-C845-2F92-A1D0AC0AC300}"/>
              </a:ext>
            </a:extLst>
          </p:cNvPr>
          <p:cNvGrpSpPr/>
          <p:nvPr/>
        </p:nvGrpSpPr>
        <p:grpSpPr>
          <a:xfrm>
            <a:off x="32042100" y="20272636"/>
            <a:ext cx="10058400" cy="5486400"/>
            <a:chOff x="1924050" y="5572720"/>
            <a:chExt cx="6362700" cy="5296585"/>
          </a:xfrm>
        </p:grpSpPr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ACE44D19-B97B-D250-1A7C-12D0C6D375C3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Acknowledgements</a:t>
              </a: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E1F36393-E3FE-31BA-7F8C-2B68AD75CE57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116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6B4FB16-624A-A027-4BEA-13838BF7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46" y="809343"/>
            <a:ext cx="13977639" cy="915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935</Words>
  <Application>Microsoft Office PowerPoint</Application>
  <PresentationFormat>Custom</PresentationFormat>
  <Paragraphs>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Helvetica</vt:lpstr>
      <vt:lpstr>Office Theme</vt:lpstr>
      <vt:lpstr>Postbac poster day</vt:lpstr>
      <vt:lpstr>scRNA-seq</vt:lpstr>
      <vt:lpstr>scRNA-seq</vt:lpstr>
      <vt:lpstr>snRNAseq</vt:lpstr>
      <vt:lpstr>RNAseq</vt:lpstr>
      <vt:lpstr>Spatial transcriptomics</vt:lpstr>
      <vt:lpstr>Multi-omics/Transcriptomics</vt:lpstr>
      <vt:lpstr>scRNA-Seq Reveals Unexpected Expression of Cancer-Testis Genes in Female Fetal Development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Arielle (NIH/NIAID) [F]</dc:creator>
  <cp:lastModifiedBy>Scott, Arielle (NIH/NIAID) [F]</cp:lastModifiedBy>
  <cp:revision>1</cp:revision>
  <dcterms:created xsi:type="dcterms:W3CDTF">2026-03-19T15:50:14Z</dcterms:created>
  <dcterms:modified xsi:type="dcterms:W3CDTF">2026-04-01T16:19:00Z</dcterms:modified>
</cp:coreProperties>
</file>