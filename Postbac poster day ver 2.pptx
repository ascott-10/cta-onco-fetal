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7" r:id="rId9"/>
    <p:sldId id="268" r:id="rId10"/>
    <p:sldId id="269" r:id="rId11"/>
    <p:sldId id="270" r:id="rId1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77A29E-A323-41B3-A1E8-1C23821E6917}" v="68" dt="2026-04-01T16:18:50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53" autoAdjust="0"/>
  </p:normalViewPr>
  <p:slideViewPr>
    <p:cSldViewPr snapToGrid="0">
      <p:cViewPr varScale="1">
        <p:scale>
          <a:sx n="13" d="100"/>
          <a:sy n="13" d="100"/>
        </p:scale>
        <p:origin x="678" y="114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, Arielle (NIH/NIAID) [F]" userId="e27f29b0-6b26-45eb-bfbc-58afc89cc9fa" providerId="ADAL" clId="{A7E64DBE-4B71-4079-9A32-2BC3E68BFAF1}"/>
    <pc:docChg chg="undo redo custSel addSld delSld modSld sldOrd">
      <pc:chgData name="Scott, Arielle (NIH/NIAID) [F]" userId="e27f29b0-6b26-45eb-bfbc-58afc89cc9fa" providerId="ADAL" clId="{A7E64DBE-4B71-4079-9A32-2BC3E68BFAF1}" dt="2026-04-01T16:18:56.342" v="1395" actId="20577"/>
      <pc:docMkLst>
        <pc:docMk/>
      </pc:docMkLst>
      <pc:sldChg chg="modSp mod">
        <pc:chgData name="Scott, Arielle (NIH/NIAID) [F]" userId="e27f29b0-6b26-45eb-bfbc-58afc89cc9fa" providerId="ADAL" clId="{A7E64DBE-4B71-4079-9A32-2BC3E68BFAF1}" dt="2026-03-20T14:34:20.228" v="976" actId="27636"/>
        <pc:sldMkLst>
          <pc:docMk/>
          <pc:sldMk cId="3077697314" sldId="257"/>
        </pc:sldMkLst>
        <pc:spChg chg="mod">
          <ac:chgData name="Scott, Arielle (NIH/NIAID) [F]" userId="e27f29b0-6b26-45eb-bfbc-58afc89cc9fa" providerId="ADAL" clId="{A7E64DBE-4B71-4079-9A32-2BC3E68BFAF1}" dt="2026-03-20T14:34:20.228" v="976" actId="27636"/>
          <ac:spMkLst>
            <pc:docMk/>
            <pc:sldMk cId="3077697314" sldId="257"/>
            <ac:spMk id="3" creationId="{989AD146-3AF2-29F4-329D-899F38A4F4AC}"/>
          </ac:spMkLst>
        </pc:spChg>
      </pc:sldChg>
      <pc:sldChg chg="modSp mod">
        <pc:chgData name="Scott, Arielle (NIH/NIAID) [F]" userId="e27f29b0-6b26-45eb-bfbc-58afc89cc9fa" providerId="ADAL" clId="{A7E64DBE-4B71-4079-9A32-2BC3E68BFAF1}" dt="2026-03-20T14:34:20.287" v="977" actId="27636"/>
        <pc:sldMkLst>
          <pc:docMk/>
          <pc:sldMk cId="1764026342" sldId="258"/>
        </pc:sldMkLst>
        <pc:spChg chg="mod">
          <ac:chgData name="Scott, Arielle (NIH/NIAID) [F]" userId="e27f29b0-6b26-45eb-bfbc-58afc89cc9fa" providerId="ADAL" clId="{A7E64DBE-4B71-4079-9A32-2BC3E68BFAF1}" dt="2026-03-20T14:34:20.287" v="977" actId="27636"/>
          <ac:spMkLst>
            <pc:docMk/>
            <pc:sldMk cId="1764026342" sldId="258"/>
            <ac:spMk id="3" creationId="{979CBFEF-0903-BDF1-3E6B-90F9708B094A}"/>
          </ac:spMkLst>
        </pc:spChg>
      </pc:sldChg>
      <pc:sldChg chg="modSp mod">
        <pc:chgData name="Scott, Arielle (NIH/NIAID) [F]" userId="e27f29b0-6b26-45eb-bfbc-58afc89cc9fa" providerId="ADAL" clId="{A7E64DBE-4B71-4079-9A32-2BC3E68BFAF1}" dt="2026-03-20T14:34:20.303" v="978" actId="27636"/>
        <pc:sldMkLst>
          <pc:docMk/>
          <pc:sldMk cId="1684891142" sldId="259"/>
        </pc:sldMkLst>
        <pc:spChg chg="mod">
          <ac:chgData name="Scott, Arielle (NIH/NIAID) [F]" userId="e27f29b0-6b26-45eb-bfbc-58afc89cc9fa" providerId="ADAL" clId="{A7E64DBE-4B71-4079-9A32-2BC3E68BFAF1}" dt="2026-03-20T14:34:20.303" v="978" actId="27636"/>
          <ac:spMkLst>
            <pc:docMk/>
            <pc:sldMk cId="1684891142" sldId="259"/>
            <ac:spMk id="3" creationId="{BE50A55E-08E2-09E8-7E6A-560BE8B22DD2}"/>
          </ac:spMkLst>
        </pc:spChg>
      </pc:sldChg>
      <pc:sldChg chg="modSp mod">
        <pc:chgData name="Scott, Arielle (NIH/NIAID) [F]" userId="e27f29b0-6b26-45eb-bfbc-58afc89cc9fa" providerId="ADAL" clId="{A7E64DBE-4B71-4079-9A32-2BC3E68BFAF1}" dt="2026-03-20T14:34:20.335" v="979" actId="27636"/>
        <pc:sldMkLst>
          <pc:docMk/>
          <pc:sldMk cId="1593046845" sldId="260"/>
        </pc:sldMkLst>
        <pc:spChg chg="mod">
          <ac:chgData name="Scott, Arielle (NIH/NIAID) [F]" userId="e27f29b0-6b26-45eb-bfbc-58afc89cc9fa" providerId="ADAL" clId="{A7E64DBE-4B71-4079-9A32-2BC3E68BFAF1}" dt="2026-03-20T14:34:20.335" v="979" actId="27636"/>
          <ac:spMkLst>
            <pc:docMk/>
            <pc:sldMk cId="1593046845" sldId="260"/>
            <ac:spMk id="3" creationId="{D9B25DE0-7607-4F81-6536-A5B0ABB2C704}"/>
          </ac:spMkLst>
        </pc:spChg>
      </pc:sldChg>
      <pc:sldChg chg="modSp add mod ord modNotesTx">
        <pc:chgData name="Scott, Arielle (NIH/NIAID) [F]" userId="e27f29b0-6b26-45eb-bfbc-58afc89cc9fa" providerId="ADAL" clId="{A7E64DBE-4B71-4079-9A32-2BC3E68BFAF1}" dt="2026-03-19T19:05:44.935" v="974" actId="27636"/>
        <pc:sldMkLst>
          <pc:docMk/>
          <pc:sldMk cId="2130942675" sldId="267"/>
        </pc:sldMkLst>
        <pc:spChg chg="mod">
          <ac:chgData name="Scott, Arielle (NIH/NIAID) [F]" userId="e27f29b0-6b26-45eb-bfbc-58afc89cc9fa" providerId="ADAL" clId="{A7E64DBE-4B71-4079-9A32-2BC3E68BFAF1}" dt="2026-03-19T19:05:44.935" v="974" actId="27636"/>
          <ac:spMkLst>
            <pc:docMk/>
            <pc:sldMk cId="2130942675" sldId="267"/>
            <ac:spMk id="2" creationId="{71753CD7-37E6-638D-E4B3-1B1A50434540}"/>
          </ac:spMkLst>
        </pc:spChg>
        <pc:spChg chg="mod">
          <ac:chgData name="Scott, Arielle (NIH/NIAID) [F]" userId="e27f29b0-6b26-45eb-bfbc-58afc89cc9fa" providerId="ADAL" clId="{A7E64DBE-4B71-4079-9A32-2BC3E68BFAF1}" dt="2026-03-19T17:30:10.563" v="330" actId="21"/>
          <ac:spMkLst>
            <pc:docMk/>
            <pc:sldMk cId="2130942675" sldId="267"/>
            <ac:spMk id="3" creationId="{051083A6-A624-0176-6B92-A0B71F9F53C7}"/>
          </ac:spMkLst>
        </pc:spChg>
      </pc:sldChg>
      <pc:sldChg chg="addSp delSp modSp new mod modClrScheme chgLayout">
        <pc:chgData name="Scott, Arielle (NIH/NIAID) [F]" userId="e27f29b0-6b26-45eb-bfbc-58afc89cc9fa" providerId="ADAL" clId="{A7E64DBE-4B71-4079-9A32-2BC3E68BFAF1}" dt="2026-03-20T14:36:46.137" v="1012" actId="1076"/>
        <pc:sldMkLst>
          <pc:docMk/>
          <pc:sldMk cId="4211924374" sldId="268"/>
        </pc:sldMkLst>
        <pc:spChg chg="add del mod ord">
          <ac:chgData name="Scott, Arielle (NIH/NIAID) [F]" userId="e27f29b0-6b26-45eb-bfbc-58afc89cc9fa" providerId="ADAL" clId="{A7E64DBE-4B71-4079-9A32-2BC3E68BFAF1}" dt="2026-03-20T14:36:42.834" v="1011" actId="403"/>
          <ac:spMkLst>
            <pc:docMk/>
            <pc:sldMk cId="4211924374" sldId="268"/>
            <ac:spMk id="3" creationId="{DF245211-6821-FB37-3F76-E324985FE31D}"/>
          </ac:spMkLst>
        </pc:spChg>
        <pc:spChg chg="add mod ord">
          <ac:chgData name="Scott, Arielle (NIH/NIAID) [F]" userId="e27f29b0-6b26-45eb-bfbc-58afc89cc9fa" providerId="ADAL" clId="{A7E64DBE-4B71-4079-9A32-2BC3E68BFAF1}" dt="2026-03-20T14:36:42.834" v="1011" actId="403"/>
          <ac:spMkLst>
            <pc:docMk/>
            <pc:sldMk cId="4211924374" sldId="268"/>
            <ac:spMk id="5" creationId="{912DE653-866A-0335-254A-120BC03CCF12}"/>
          </ac:spMkLst>
        </pc:spChg>
        <pc:spChg chg="add mod">
          <ac:chgData name="Scott, Arielle (NIH/NIAID) [F]" userId="e27f29b0-6b26-45eb-bfbc-58afc89cc9fa" providerId="ADAL" clId="{A7E64DBE-4B71-4079-9A32-2BC3E68BFAF1}" dt="2026-03-20T14:36:46.137" v="1012" actId="1076"/>
          <ac:spMkLst>
            <pc:docMk/>
            <pc:sldMk cId="4211924374" sldId="268"/>
            <ac:spMk id="8" creationId="{1DAB67C1-54F7-4000-F997-190B549FCF3E}"/>
          </ac:spMkLst>
        </pc:spChg>
      </pc:sldChg>
      <pc:sldChg chg="addSp delSp modSp add mod">
        <pc:chgData name="Scott, Arielle (NIH/NIAID) [F]" userId="e27f29b0-6b26-45eb-bfbc-58afc89cc9fa" providerId="ADAL" clId="{A7E64DBE-4B71-4079-9A32-2BC3E68BFAF1}" dt="2026-04-01T16:18:56.342" v="1395" actId="20577"/>
        <pc:sldMkLst>
          <pc:docMk/>
          <pc:sldMk cId="2101163144" sldId="269"/>
        </pc:sldMkLst>
        <pc:spChg chg="add mod ord">
          <ac:chgData name="Scott, Arielle (NIH/NIAID) [F]" userId="e27f29b0-6b26-45eb-bfbc-58afc89cc9fa" providerId="ADAL" clId="{A7E64DBE-4B71-4079-9A32-2BC3E68BFAF1}" dt="2026-04-01T15:55:26.411" v="1095" actId="167"/>
          <ac:spMkLst>
            <pc:docMk/>
            <pc:sldMk cId="2101163144" sldId="269"/>
            <ac:spMk id="2" creationId="{7D975936-8FEF-5CCA-E36C-D064AF5F1395}"/>
          </ac:spMkLst>
        </pc:spChg>
        <pc:spChg chg="add del mod">
          <ac:chgData name="Scott, Arielle (NIH/NIAID) [F]" userId="e27f29b0-6b26-45eb-bfbc-58afc89cc9fa" providerId="ADAL" clId="{A7E64DBE-4B71-4079-9A32-2BC3E68BFAF1}" dt="2026-04-01T15:55:48.402" v="1105" actId="478"/>
          <ac:spMkLst>
            <pc:docMk/>
            <pc:sldMk cId="2101163144" sldId="269"/>
            <ac:spMk id="3" creationId="{75D4AC54-1B79-4D32-38A4-2A3067FD0427}"/>
          </ac:spMkLst>
        </pc:spChg>
        <pc:spChg chg="add del mod">
          <ac:chgData name="Scott, Arielle (NIH/NIAID) [F]" userId="e27f29b0-6b26-45eb-bfbc-58afc89cc9fa" providerId="ADAL" clId="{A7E64DBE-4B71-4079-9A32-2BC3E68BFAF1}" dt="2026-04-01T15:59:48.406" v="1125" actId="478"/>
          <ac:spMkLst>
            <pc:docMk/>
            <pc:sldMk cId="2101163144" sldId="269"/>
            <ac:spMk id="4" creationId="{1DA59918-9BB4-BFE4-049E-E09A88CD5AA0}"/>
          </ac:spMkLst>
        </pc:spChg>
        <pc:spChg chg="add del mod">
          <ac:chgData name="Scott, Arielle (NIH/NIAID) [F]" userId="e27f29b0-6b26-45eb-bfbc-58afc89cc9fa" providerId="ADAL" clId="{A7E64DBE-4B71-4079-9A32-2BC3E68BFAF1}" dt="2026-04-01T15:59:50.078" v="1126" actId="478"/>
          <ac:spMkLst>
            <pc:docMk/>
            <pc:sldMk cId="2101163144" sldId="269"/>
            <ac:spMk id="5" creationId="{6E3EC695-4889-5BB6-E3C7-B054B8570CE9}"/>
          </ac:spMkLst>
        </pc:spChg>
        <pc:spChg chg="add del mod">
          <ac:chgData name="Scott, Arielle (NIH/NIAID) [F]" userId="e27f29b0-6b26-45eb-bfbc-58afc89cc9fa" providerId="ADAL" clId="{A7E64DBE-4B71-4079-9A32-2BC3E68BFAF1}" dt="2026-04-01T16:14:55.039" v="1202" actId="478"/>
          <ac:spMkLst>
            <pc:docMk/>
            <pc:sldMk cId="2101163144" sldId="269"/>
            <ac:spMk id="6" creationId="{60B52C58-6DE2-C2FA-9CE4-FC20BB188FB5}"/>
          </ac:spMkLst>
        </pc:spChg>
        <pc:spChg chg="add del mod">
          <ac:chgData name="Scott, Arielle (NIH/NIAID) [F]" userId="e27f29b0-6b26-45eb-bfbc-58afc89cc9fa" providerId="ADAL" clId="{A7E64DBE-4B71-4079-9A32-2BC3E68BFAF1}" dt="2026-04-01T16:14:54.475" v="1201" actId="478"/>
          <ac:spMkLst>
            <pc:docMk/>
            <pc:sldMk cId="2101163144" sldId="269"/>
            <ac:spMk id="7" creationId="{7C7105E7-111D-AC38-0EA1-643BC5D15516}"/>
          </ac:spMkLst>
        </pc:spChg>
        <pc:spChg chg="add del mod topLvl">
          <ac:chgData name="Scott, Arielle (NIH/NIAID) [F]" userId="e27f29b0-6b26-45eb-bfbc-58afc89cc9fa" providerId="ADAL" clId="{A7E64DBE-4B71-4079-9A32-2BC3E68BFAF1}" dt="2026-04-01T16:17:08.587" v="1258" actId="255"/>
          <ac:spMkLst>
            <pc:docMk/>
            <pc:sldMk cId="2101163144" sldId="269"/>
            <ac:spMk id="8" creationId="{5E946A1C-8BDE-1AD9-D7C7-480683D8C052}"/>
          </ac:spMkLst>
        </pc:spChg>
        <pc:spChg chg="add del mod topLvl">
          <ac:chgData name="Scott, Arielle (NIH/NIAID) [F]" userId="e27f29b0-6b26-45eb-bfbc-58afc89cc9fa" providerId="ADAL" clId="{A7E64DBE-4B71-4079-9A32-2BC3E68BFAF1}" dt="2026-04-01T16:04:53.808" v="1177" actId="478"/>
          <ac:spMkLst>
            <pc:docMk/>
            <pc:sldMk cId="2101163144" sldId="269"/>
            <ac:spMk id="9" creationId="{F2894A0E-C8B0-B208-BFDD-FC54E4929893}"/>
          </ac:spMkLst>
        </pc:spChg>
        <pc:spChg chg="add mod">
          <ac:chgData name="Scott, Arielle (NIH/NIAID) [F]" userId="e27f29b0-6b26-45eb-bfbc-58afc89cc9fa" providerId="ADAL" clId="{A7E64DBE-4B71-4079-9A32-2BC3E68BFAF1}" dt="2026-04-01T15:51:02.591" v="1067" actId="122"/>
          <ac:spMkLst>
            <pc:docMk/>
            <pc:sldMk cId="2101163144" sldId="269"/>
            <ac:spMk id="10" creationId="{AF1FF0A5-E838-D626-EF6A-EF43049F7972}"/>
          </ac:spMkLst>
        </pc:spChg>
        <pc:spChg chg="add del mod ord topLvl">
          <ac:chgData name="Scott, Arielle (NIH/NIAID) [F]" userId="e27f29b0-6b26-45eb-bfbc-58afc89cc9fa" providerId="ADAL" clId="{A7E64DBE-4B71-4079-9A32-2BC3E68BFAF1}" dt="2026-04-01T16:04:53.808" v="1177" actId="478"/>
          <ac:spMkLst>
            <pc:docMk/>
            <pc:sldMk cId="2101163144" sldId="269"/>
            <ac:spMk id="12" creationId="{02FB749F-3D3A-5916-0AA3-6142C3ADF1A0}"/>
          </ac:spMkLst>
        </pc:spChg>
        <pc:spChg chg="mod">
          <ac:chgData name="Scott, Arielle (NIH/NIAID) [F]" userId="e27f29b0-6b26-45eb-bfbc-58afc89cc9fa" providerId="ADAL" clId="{A7E64DBE-4B71-4079-9A32-2BC3E68BFAF1}" dt="2026-04-01T16:03:06.831" v="1155"/>
          <ac:spMkLst>
            <pc:docMk/>
            <pc:sldMk cId="2101163144" sldId="269"/>
            <ac:spMk id="14" creationId="{98C7E15A-EC85-9211-BAE9-61597DD81E1C}"/>
          </ac:spMkLst>
        </pc:spChg>
        <pc:spChg chg="mod">
          <ac:chgData name="Scott, Arielle (NIH/NIAID) [F]" userId="e27f29b0-6b26-45eb-bfbc-58afc89cc9fa" providerId="ADAL" clId="{A7E64DBE-4B71-4079-9A32-2BC3E68BFAF1}" dt="2026-04-01T16:03:06.831" v="1155"/>
          <ac:spMkLst>
            <pc:docMk/>
            <pc:sldMk cId="2101163144" sldId="269"/>
            <ac:spMk id="15" creationId="{22045206-7590-2B64-60C6-70B436CFD37B}"/>
          </ac:spMkLst>
        </pc:spChg>
        <pc:spChg chg="add del mod">
          <ac:chgData name="Scott, Arielle (NIH/NIAID) [F]" userId="e27f29b0-6b26-45eb-bfbc-58afc89cc9fa" providerId="ADAL" clId="{A7E64DBE-4B71-4079-9A32-2BC3E68BFAF1}" dt="2026-04-01T16:14:52.718" v="1200" actId="478"/>
          <ac:spMkLst>
            <pc:docMk/>
            <pc:sldMk cId="2101163144" sldId="269"/>
            <ac:spMk id="16" creationId="{EB8A4E45-6D08-ADC2-FA74-275A7072C2DA}"/>
          </ac:spMkLst>
        </pc:spChg>
        <pc:spChg chg="mod topLvl">
          <ac:chgData name="Scott, Arielle (NIH/NIAID) [F]" userId="e27f29b0-6b26-45eb-bfbc-58afc89cc9fa" providerId="ADAL" clId="{A7E64DBE-4B71-4079-9A32-2BC3E68BFAF1}" dt="2026-04-01T16:14:35.524" v="1193" actId="164"/>
          <ac:spMkLst>
            <pc:docMk/>
            <pc:sldMk cId="2101163144" sldId="269"/>
            <ac:spMk id="19" creationId="{2C2AD5A2-7429-5DCE-62C0-278B93B46630}"/>
          </ac:spMkLst>
        </pc:spChg>
        <pc:spChg chg="mod topLvl">
          <ac:chgData name="Scott, Arielle (NIH/NIAID) [F]" userId="e27f29b0-6b26-45eb-bfbc-58afc89cc9fa" providerId="ADAL" clId="{A7E64DBE-4B71-4079-9A32-2BC3E68BFAF1}" dt="2026-04-01T16:05:13.541" v="1183" actId="165"/>
          <ac:spMkLst>
            <pc:docMk/>
            <pc:sldMk cId="2101163144" sldId="269"/>
            <ac:spMk id="20" creationId="{C68B687D-12AE-8EDD-59B2-640C9BBA89A7}"/>
          </ac:spMkLst>
        </pc:spChg>
        <pc:spChg chg="add del mod">
          <ac:chgData name="Scott, Arielle (NIH/NIAID) [F]" userId="e27f29b0-6b26-45eb-bfbc-58afc89cc9fa" providerId="ADAL" clId="{A7E64DBE-4B71-4079-9A32-2BC3E68BFAF1}" dt="2026-04-01T16:14:29.022" v="1191" actId="478"/>
          <ac:spMkLst>
            <pc:docMk/>
            <pc:sldMk cId="2101163144" sldId="269"/>
            <ac:spMk id="21" creationId="{312923BC-BA6F-C981-C4CB-1EB20D7D77D9}"/>
          </ac:spMkLst>
        </pc:spChg>
        <pc:spChg chg="add del mod">
          <ac:chgData name="Scott, Arielle (NIH/NIAID) [F]" userId="e27f29b0-6b26-45eb-bfbc-58afc89cc9fa" providerId="ADAL" clId="{A7E64DBE-4B71-4079-9A32-2BC3E68BFAF1}" dt="2026-04-01T16:14:29.526" v="1192" actId="478"/>
          <ac:spMkLst>
            <pc:docMk/>
            <pc:sldMk cId="2101163144" sldId="269"/>
            <ac:spMk id="22" creationId="{B8A4A2C0-5BF7-BA66-5C07-8C78184E5319}"/>
          </ac:spMkLst>
        </pc:spChg>
        <pc:spChg chg="mod">
          <ac:chgData name="Scott, Arielle (NIH/NIAID) [F]" userId="e27f29b0-6b26-45eb-bfbc-58afc89cc9fa" providerId="ADAL" clId="{A7E64DBE-4B71-4079-9A32-2BC3E68BFAF1}" dt="2026-04-01T16:17:38.550" v="1274" actId="20577"/>
          <ac:spMkLst>
            <pc:docMk/>
            <pc:sldMk cId="2101163144" sldId="269"/>
            <ac:spMk id="25" creationId="{CE36AD40-FF0F-9D84-F1A8-DBA871055B69}"/>
          </ac:spMkLst>
        </pc:spChg>
        <pc:spChg chg="mod">
          <ac:chgData name="Scott, Arielle (NIH/NIAID) [F]" userId="e27f29b0-6b26-45eb-bfbc-58afc89cc9fa" providerId="ADAL" clId="{A7E64DBE-4B71-4079-9A32-2BC3E68BFAF1}" dt="2026-04-01T16:14:36.610" v="1194"/>
          <ac:spMkLst>
            <pc:docMk/>
            <pc:sldMk cId="2101163144" sldId="269"/>
            <ac:spMk id="26" creationId="{E0713B02-2457-7250-1C38-BB2E15F06985}"/>
          </ac:spMkLst>
        </pc:spChg>
        <pc:spChg chg="mod">
          <ac:chgData name="Scott, Arielle (NIH/NIAID) [F]" userId="e27f29b0-6b26-45eb-bfbc-58afc89cc9fa" providerId="ADAL" clId="{A7E64DBE-4B71-4079-9A32-2BC3E68BFAF1}" dt="2026-04-01T16:17:54.726" v="1295" actId="20577"/>
          <ac:spMkLst>
            <pc:docMk/>
            <pc:sldMk cId="2101163144" sldId="269"/>
            <ac:spMk id="28" creationId="{F82C016C-1097-DEA1-930D-A5E849C48A6B}"/>
          </ac:spMkLst>
        </pc:spChg>
        <pc:spChg chg="mod">
          <ac:chgData name="Scott, Arielle (NIH/NIAID) [F]" userId="e27f29b0-6b26-45eb-bfbc-58afc89cc9fa" providerId="ADAL" clId="{A7E64DBE-4B71-4079-9A32-2BC3E68BFAF1}" dt="2026-04-01T16:14:39.893" v="1196"/>
          <ac:spMkLst>
            <pc:docMk/>
            <pc:sldMk cId="2101163144" sldId="269"/>
            <ac:spMk id="29" creationId="{9AA7E6DA-EBF8-5577-1E67-391B4AB9F41C}"/>
          </ac:spMkLst>
        </pc:spChg>
        <pc:spChg chg="mod">
          <ac:chgData name="Scott, Arielle (NIH/NIAID) [F]" userId="e27f29b0-6b26-45eb-bfbc-58afc89cc9fa" providerId="ADAL" clId="{A7E64DBE-4B71-4079-9A32-2BC3E68BFAF1}" dt="2026-04-01T16:14:58.018" v="1203"/>
          <ac:spMkLst>
            <pc:docMk/>
            <pc:sldMk cId="2101163144" sldId="269"/>
            <ac:spMk id="31" creationId="{041075D8-54D9-57CF-F0C1-834EE823821C}"/>
          </ac:spMkLst>
        </pc:spChg>
        <pc:spChg chg="mod">
          <ac:chgData name="Scott, Arielle (NIH/NIAID) [F]" userId="e27f29b0-6b26-45eb-bfbc-58afc89cc9fa" providerId="ADAL" clId="{A7E64DBE-4B71-4079-9A32-2BC3E68BFAF1}" dt="2026-04-01T16:14:58.018" v="1203"/>
          <ac:spMkLst>
            <pc:docMk/>
            <pc:sldMk cId="2101163144" sldId="269"/>
            <ac:spMk id="32" creationId="{89EAC498-B10E-160D-E969-6AE79AB9DC71}"/>
          </ac:spMkLst>
        </pc:spChg>
        <pc:spChg chg="mod">
          <ac:chgData name="Scott, Arielle (NIH/NIAID) [F]" userId="e27f29b0-6b26-45eb-bfbc-58afc89cc9fa" providerId="ADAL" clId="{A7E64DBE-4B71-4079-9A32-2BC3E68BFAF1}" dt="2026-04-01T16:14:58.018" v="1203"/>
          <ac:spMkLst>
            <pc:docMk/>
            <pc:sldMk cId="2101163144" sldId="269"/>
            <ac:spMk id="34" creationId="{A775CCAC-DA85-AF67-45F7-D7E3344CC9F3}"/>
          </ac:spMkLst>
        </pc:spChg>
        <pc:spChg chg="mod">
          <ac:chgData name="Scott, Arielle (NIH/NIAID) [F]" userId="e27f29b0-6b26-45eb-bfbc-58afc89cc9fa" providerId="ADAL" clId="{A7E64DBE-4B71-4079-9A32-2BC3E68BFAF1}" dt="2026-04-01T16:14:58.018" v="1203"/>
          <ac:spMkLst>
            <pc:docMk/>
            <pc:sldMk cId="2101163144" sldId="269"/>
            <ac:spMk id="35" creationId="{3E972CFA-5503-FF2F-6409-984080D717AB}"/>
          </ac:spMkLst>
        </pc:spChg>
        <pc:spChg chg="mod">
          <ac:chgData name="Scott, Arielle (NIH/NIAID) [F]" userId="e27f29b0-6b26-45eb-bfbc-58afc89cc9fa" providerId="ADAL" clId="{A7E64DBE-4B71-4079-9A32-2BC3E68BFAF1}" dt="2026-04-01T16:14:58.018" v="1203"/>
          <ac:spMkLst>
            <pc:docMk/>
            <pc:sldMk cId="2101163144" sldId="269"/>
            <ac:spMk id="37" creationId="{B203290F-34D3-80D9-C8AC-153ED817E98B}"/>
          </ac:spMkLst>
        </pc:spChg>
        <pc:spChg chg="mod">
          <ac:chgData name="Scott, Arielle (NIH/NIAID) [F]" userId="e27f29b0-6b26-45eb-bfbc-58afc89cc9fa" providerId="ADAL" clId="{A7E64DBE-4B71-4079-9A32-2BC3E68BFAF1}" dt="2026-04-01T16:14:58.018" v="1203"/>
          <ac:spMkLst>
            <pc:docMk/>
            <pc:sldMk cId="2101163144" sldId="269"/>
            <ac:spMk id="38" creationId="{E054A1D4-BA9E-B7E6-7B6F-A6629D2C95A7}"/>
          </ac:spMkLst>
        </pc:spChg>
        <pc:spChg chg="mod">
          <ac:chgData name="Scott, Arielle (NIH/NIAID) [F]" userId="e27f29b0-6b26-45eb-bfbc-58afc89cc9fa" providerId="ADAL" clId="{A7E64DBE-4B71-4079-9A32-2BC3E68BFAF1}" dt="2026-04-01T16:14:58.437" v="1204"/>
          <ac:spMkLst>
            <pc:docMk/>
            <pc:sldMk cId="2101163144" sldId="269"/>
            <ac:spMk id="40" creationId="{1295C6EA-5FC8-4C2A-517C-502BE1D6CEF6}"/>
          </ac:spMkLst>
        </pc:spChg>
        <pc:spChg chg="mod">
          <ac:chgData name="Scott, Arielle (NIH/NIAID) [F]" userId="e27f29b0-6b26-45eb-bfbc-58afc89cc9fa" providerId="ADAL" clId="{A7E64DBE-4B71-4079-9A32-2BC3E68BFAF1}" dt="2026-04-01T16:14:58.437" v="1204"/>
          <ac:spMkLst>
            <pc:docMk/>
            <pc:sldMk cId="2101163144" sldId="269"/>
            <ac:spMk id="41" creationId="{84DC8FD3-D3B1-C839-7F11-FB99B5ED7735}"/>
          </ac:spMkLst>
        </pc:spChg>
        <pc:spChg chg="mod">
          <ac:chgData name="Scott, Arielle (NIH/NIAID) [F]" userId="e27f29b0-6b26-45eb-bfbc-58afc89cc9fa" providerId="ADAL" clId="{A7E64DBE-4B71-4079-9A32-2BC3E68BFAF1}" dt="2026-04-01T16:14:58.437" v="1204"/>
          <ac:spMkLst>
            <pc:docMk/>
            <pc:sldMk cId="2101163144" sldId="269"/>
            <ac:spMk id="43" creationId="{94B6D5A6-845C-C487-F697-D08A259784B8}"/>
          </ac:spMkLst>
        </pc:spChg>
        <pc:spChg chg="mod">
          <ac:chgData name="Scott, Arielle (NIH/NIAID) [F]" userId="e27f29b0-6b26-45eb-bfbc-58afc89cc9fa" providerId="ADAL" clId="{A7E64DBE-4B71-4079-9A32-2BC3E68BFAF1}" dt="2026-04-01T16:14:58.437" v="1204"/>
          <ac:spMkLst>
            <pc:docMk/>
            <pc:sldMk cId="2101163144" sldId="269"/>
            <ac:spMk id="44" creationId="{7B49C867-AF10-38FB-8E71-20E4E42B8368}"/>
          </ac:spMkLst>
        </pc:spChg>
        <pc:spChg chg="mod">
          <ac:chgData name="Scott, Arielle (NIH/NIAID) [F]" userId="e27f29b0-6b26-45eb-bfbc-58afc89cc9fa" providerId="ADAL" clId="{A7E64DBE-4B71-4079-9A32-2BC3E68BFAF1}" dt="2026-04-01T16:14:58.437" v="1204"/>
          <ac:spMkLst>
            <pc:docMk/>
            <pc:sldMk cId="2101163144" sldId="269"/>
            <ac:spMk id="46" creationId="{78A17E30-18C2-153F-7B83-3443C8821D1E}"/>
          </ac:spMkLst>
        </pc:spChg>
        <pc:spChg chg="mod">
          <ac:chgData name="Scott, Arielle (NIH/NIAID) [F]" userId="e27f29b0-6b26-45eb-bfbc-58afc89cc9fa" providerId="ADAL" clId="{A7E64DBE-4B71-4079-9A32-2BC3E68BFAF1}" dt="2026-04-01T16:14:58.437" v="1204"/>
          <ac:spMkLst>
            <pc:docMk/>
            <pc:sldMk cId="2101163144" sldId="269"/>
            <ac:spMk id="47" creationId="{AD0A28A0-0FC6-F55D-5E3D-3F57B205E8D8}"/>
          </ac:spMkLst>
        </pc:spChg>
        <pc:spChg chg="mod">
          <ac:chgData name="Scott, Arielle (NIH/NIAID) [F]" userId="e27f29b0-6b26-45eb-bfbc-58afc89cc9fa" providerId="ADAL" clId="{A7E64DBE-4B71-4079-9A32-2BC3E68BFAF1}" dt="2026-04-01T16:15:04.517" v="1208"/>
          <ac:spMkLst>
            <pc:docMk/>
            <pc:sldMk cId="2101163144" sldId="269"/>
            <ac:spMk id="49" creationId="{450241F3-4665-1662-A227-8CED67B49BE6}"/>
          </ac:spMkLst>
        </pc:spChg>
        <pc:spChg chg="mod">
          <ac:chgData name="Scott, Arielle (NIH/NIAID) [F]" userId="e27f29b0-6b26-45eb-bfbc-58afc89cc9fa" providerId="ADAL" clId="{A7E64DBE-4B71-4079-9A32-2BC3E68BFAF1}" dt="2026-04-01T16:15:04.517" v="1208"/>
          <ac:spMkLst>
            <pc:docMk/>
            <pc:sldMk cId="2101163144" sldId="269"/>
            <ac:spMk id="50" creationId="{A3AF73CC-CD6E-930B-0489-8485E98DC382}"/>
          </ac:spMkLst>
        </pc:spChg>
        <pc:spChg chg="mod">
          <ac:chgData name="Scott, Arielle (NIH/NIAID) [F]" userId="e27f29b0-6b26-45eb-bfbc-58afc89cc9fa" providerId="ADAL" clId="{A7E64DBE-4B71-4079-9A32-2BC3E68BFAF1}" dt="2026-04-01T16:15:04.517" v="1208"/>
          <ac:spMkLst>
            <pc:docMk/>
            <pc:sldMk cId="2101163144" sldId="269"/>
            <ac:spMk id="52" creationId="{34F5FFF2-BEF6-B9ED-B2A5-5FADCA1B8519}"/>
          </ac:spMkLst>
        </pc:spChg>
        <pc:spChg chg="mod">
          <ac:chgData name="Scott, Arielle (NIH/NIAID) [F]" userId="e27f29b0-6b26-45eb-bfbc-58afc89cc9fa" providerId="ADAL" clId="{A7E64DBE-4B71-4079-9A32-2BC3E68BFAF1}" dt="2026-04-01T16:15:04.517" v="1208"/>
          <ac:spMkLst>
            <pc:docMk/>
            <pc:sldMk cId="2101163144" sldId="269"/>
            <ac:spMk id="53" creationId="{34B9C810-4454-680B-545D-6771F62AC676}"/>
          </ac:spMkLst>
        </pc:spChg>
        <pc:spChg chg="mod">
          <ac:chgData name="Scott, Arielle (NIH/NIAID) [F]" userId="e27f29b0-6b26-45eb-bfbc-58afc89cc9fa" providerId="ADAL" clId="{A7E64DBE-4B71-4079-9A32-2BC3E68BFAF1}" dt="2026-04-01T16:15:04.517" v="1208"/>
          <ac:spMkLst>
            <pc:docMk/>
            <pc:sldMk cId="2101163144" sldId="269"/>
            <ac:spMk id="55" creationId="{2C0AD857-82B3-A029-CA38-A8E34E2E8781}"/>
          </ac:spMkLst>
        </pc:spChg>
        <pc:spChg chg="mod">
          <ac:chgData name="Scott, Arielle (NIH/NIAID) [F]" userId="e27f29b0-6b26-45eb-bfbc-58afc89cc9fa" providerId="ADAL" clId="{A7E64DBE-4B71-4079-9A32-2BC3E68BFAF1}" dt="2026-04-01T16:15:04.517" v="1208"/>
          <ac:spMkLst>
            <pc:docMk/>
            <pc:sldMk cId="2101163144" sldId="269"/>
            <ac:spMk id="56" creationId="{8615A8B0-3FB5-0A11-2B52-763F9C781871}"/>
          </ac:spMkLst>
        </pc:spChg>
        <pc:spChg chg="mod">
          <ac:chgData name="Scott, Arielle (NIH/NIAID) [F]" userId="e27f29b0-6b26-45eb-bfbc-58afc89cc9fa" providerId="ADAL" clId="{A7E64DBE-4B71-4079-9A32-2BC3E68BFAF1}" dt="2026-04-01T16:15:12.836" v="1212"/>
          <ac:spMkLst>
            <pc:docMk/>
            <pc:sldMk cId="2101163144" sldId="269"/>
            <ac:spMk id="58" creationId="{C8A81BD2-D7DC-23B5-5CDF-75C10034FB67}"/>
          </ac:spMkLst>
        </pc:spChg>
        <pc:spChg chg="mod">
          <ac:chgData name="Scott, Arielle (NIH/NIAID) [F]" userId="e27f29b0-6b26-45eb-bfbc-58afc89cc9fa" providerId="ADAL" clId="{A7E64DBE-4B71-4079-9A32-2BC3E68BFAF1}" dt="2026-04-01T16:15:12.836" v="1212"/>
          <ac:spMkLst>
            <pc:docMk/>
            <pc:sldMk cId="2101163144" sldId="269"/>
            <ac:spMk id="59" creationId="{0512338A-2A94-7E93-D326-A7C52933A7BF}"/>
          </ac:spMkLst>
        </pc:spChg>
        <pc:spChg chg="mod">
          <ac:chgData name="Scott, Arielle (NIH/NIAID) [F]" userId="e27f29b0-6b26-45eb-bfbc-58afc89cc9fa" providerId="ADAL" clId="{A7E64DBE-4B71-4079-9A32-2BC3E68BFAF1}" dt="2026-04-01T16:15:12.836" v="1212"/>
          <ac:spMkLst>
            <pc:docMk/>
            <pc:sldMk cId="2101163144" sldId="269"/>
            <ac:spMk id="61" creationId="{B0FD380E-5A44-8175-96AC-6424B336A84A}"/>
          </ac:spMkLst>
        </pc:spChg>
        <pc:spChg chg="mod">
          <ac:chgData name="Scott, Arielle (NIH/NIAID) [F]" userId="e27f29b0-6b26-45eb-bfbc-58afc89cc9fa" providerId="ADAL" clId="{A7E64DBE-4B71-4079-9A32-2BC3E68BFAF1}" dt="2026-04-01T16:15:12.836" v="1212"/>
          <ac:spMkLst>
            <pc:docMk/>
            <pc:sldMk cId="2101163144" sldId="269"/>
            <ac:spMk id="62" creationId="{616C7D72-60AE-A545-C983-B5FAEC502634}"/>
          </ac:spMkLst>
        </pc:spChg>
        <pc:spChg chg="mod">
          <ac:chgData name="Scott, Arielle (NIH/NIAID) [F]" userId="e27f29b0-6b26-45eb-bfbc-58afc89cc9fa" providerId="ADAL" clId="{A7E64DBE-4B71-4079-9A32-2BC3E68BFAF1}" dt="2026-04-01T16:15:12.836" v="1212"/>
          <ac:spMkLst>
            <pc:docMk/>
            <pc:sldMk cId="2101163144" sldId="269"/>
            <ac:spMk id="1024" creationId="{A4E34907-D73D-ADFF-79BC-B9F105FF6E13}"/>
          </ac:spMkLst>
        </pc:spChg>
        <pc:spChg chg="mod">
          <ac:chgData name="Scott, Arielle (NIH/NIAID) [F]" userId="e27f29b0-6b26-45eb-bfbc-58afc89cc9fa" providerId="ADAL" clId="{A7E64DBE-4B71-4079-9A32-2BC3E68BFAF1}" dt="2026-04-01T16:15:12.836" v="1212"/>
          <ac:spMkLst>
            <pc:docMk/>
            <pc:sldMk cId="2101163144" sldId="269"/>
            <ac:spMk id="1025" creationId="{9909B1FB-3E11-9643-91BD-4E0EE3208A1E}"/>
          </ac:spMkLst>
        </pc:spChg>
        <pc:spChg chg="mod">
          <ac:chgData name="Scott, Arielle (NIH/NIAID) [F]" userId="e27f29b0-6b26-45eb-bfbc-58afc89cc9fa" providerId="ADAL" clId="{A7E64DBE-4B71-4079-9A32-2BC3E68BFAF1}" dt="2026-04-01T16:18:06.953" v="1320" actId="20577"/>
          <ac:spMkLst>
            <pc:docMk/>
            <pc:sldMk cId="2101163144" sldId="269"/>
            <ac:spMk id="1028" creationId="{B5AC9B94-4300-6A21-147E-076B6F2E2677}"/>
          </ac:spMkLst>
        </pc:spChg>
        <pc:spChg chg="mod">
          <ac:chgData name="Scott, Arielle (NIH/NIAID) [F]" userId="e27f29b0-6b26-45eb-bfbc-58afc89cc9fa" providerId="ADAL" clId="{A7E64DBE-4B71-4079-9A32-2BC3E68BFAF1}" dt="2026-04-01T16:16:17.616" v="1233"/>
          <ac:spMkLst>
            <pc:docMk/>
            <pc:sldMk cId="2101163144" sldId="269"/>
            <ac:spMk id="1029" creationId="{8E4A9DA4-8D27-EA74-1FA0-ED41DBD6EBD7}"/>
          </ac:spMkLst>
        </pc:spChg>
        <pc:spChg chg="mod">
          <ac:chgData name="Scott, Arielle (NIH/NIAID) [F]" userId="e27f29b0-6b26-45eb-bfbc-58afc89cc9fa" providerId="ADAL" clId="{A7E64DBE-4B71-4079-9A32-2BC3E68BFAF1}" dt="2026-04-01T16:18:21.200" v="1332" actId="20577"/>
          <ac:spMkLst>
            <pc:docMk/>
            <pc:sldMk cId="2101163144" sldId="269"/>
            <ac:spMk id="1031" creationId="{D066E2A1-CAB9-3732-1D36-A82F4235ABBE}"/>
          </ac:spMkLst>
        </pc:spChg>
        <pc:spChg chg="mod">
          <ac:chgData name="Scott, Arielle (NIH/NIAID) [F]" userId="e27f29b0-6b26-45eb-bfbc-58afc89cc9fa" providerId="ADAL" clId="{A7E64DBE-4B71-4079-9A32-2BC3E68BFAF1}" dt="2026-04-01T16:16:17.616" v="1233"/>
          <ac:spMkLst>
            <pc:docMk/>
            <pc:sldMk cId="2101163144" sldId="269"/>
            <ac:spMk id="1032" creationId="{F96EADC0-21CD-C13B-10D4-DEAFDB7A264F}"/>
          </ac:spMkLst>
        </pc:spChg>
        <pc:spChg chg="mod">
          <ac:chgData name="Scott, Arielle (NIH/NIAID) [F]" userId="e27f29b0-6b26-45eb-bfbc-58afc89cc9fa" providerId="ADAL" clId="{A7E64DBE-4B71-4079-9A32-2BC3E68BFAF1}" dt="2026-04-01T16:18:18.167" v="1330" actId="20577"/>
          <ac:spMkLst>
            <pc:docMk/>
            <pc:sldMk cId="2101163144" sldId="269"/>
            <ac:spMk id="1034" creationId="{C8C5C869-D8BC-19A4-4DF9-7CE667F502CB}"/>
          </ac:spMkLst>
        </pc:spChg>
        <pc:spChg chg="mod">
          <ac:chgData name="Scott, Arielle (NIH/NIAID) [F]" userId="e27f29b0-6b26-45eb-bfbc-58afc89cc9fa" providerId="ADAL" clId="{A7E64DBE-4B71-4079-9A32-2BC3E68BFAF1}" dt="2026-04-01T16:16:17.616" v="1233"/>
          <ac:spMkLst>
            <pc:docMk/>
            <pc:sldMk cId="2101163144" sldId="269"/>
            <ac:spMk id="1035" creationId="{877C3F3A-046A-07C7-BC26-FCD36D61BB84}"/>
          </ac:spMkLst>
        </pc:spChg>
        <pc:spChg chg="mod">
          <ac:chgData name="Scott, Arielle (NIH/NIAID) [F]" userId="e27f29b0-6b26-45eb-bfbc-58afc89cc9fa" providerId="ADAL" clId="{A7E64DBE-4B71-4079-9A32-2BC3E68BFAF1}" dt="2026-04-01T16:18:33.024" v="1361" actId="20577"/>
          <ac:spMkLst>
            <pc:docMk/>
            <pc:sldMk cId="2101163144" sldId="269"/>
            <ac:spMk id="1037" creationId="{F91A9106-0AE3-EB2E-46EA-A4E2386BE491}"/>
          </ac:spMkLst>
        </pc:spChg>
        <pc:spChg chg="mod">
          <ac:chgData name="Scott, Arielle (NIH/NIAID) [F]" userId="e27f29b0-6b26-45eb-bfbc-58afc89cc9fa" providerId="ADAL" clId="{A7E64DBE-4B71-4079-9A32-2BC3E68BFAF1}" dt="2026-04-01T16:16:21.085" v="1235"/>
          <ac:spMkLst>
            <pc:docMk/>
            <pc:sldMk cId="2101163144" sldId="269"/>
            <ac:spMk id="1038" creationId="{9F1EC27A-715B-9CA3-78A8-B0A5C954FF45}"/>
          </ac:spMkLst>
        </pc:spChg>
        <pc:spChg chg="mod">
          <ac:chgData name="Scott, Arielle (NIH/NIAID) [F]" userId="e27f29b0-6b26-45eb-bfbc-58afc89cc9fa" providerId="ADAL" clId="{A7E64DBE-4B71-4079-9A32-2BC3E68BFAF1}" dt="2026-04-01T16:18:45.039" v="1376" actId="20577"/>
          <ac:spMkLst>
            <pc:docMk/>
            <pc:sldMk cId="2101163144" sldId="269"/>
            <ac:spMk id="1040" creationId="{AC0EB154-7555-85A6-97A3-EE138F3A7B01}"/>
          </ac:spMkLst>
        </pc:spChg>
        <pc:spChg chg="mod">
          <ac:chgData name="Scott, Arielle (NIH/NIAID) [F]" userId="e27f29b0-6b26-45eb-bfbc-58afc89cc9fa" providerId="ADAL" clId="{A7E64DBE-4B71-4079-9A32-2BC3E68BFAF1}" dt="2026-04-01T16:16:21.085" v="1235"/>
          <ac:spMkLst>
            <pc:docMk/>
            <pc:sldMk cId="2101163144" sldId="269"/>
            <ac:spMk id="1041" creationId="{21D1051C-33A3-78FD-ABBA-EF9961C5C19D}"/>
          </ac:spMkLst>
        </pc:spChg>
        <pc:spChg chg="mod">
          <ac:chgData name="Scott, Arielle (NIH/NIAID) [F]" userId="e27f29b0-6b26-45eb-bfbc-58afc89cc9fa" providerId="ADAL" clId="{A7E64DBE-4B71-4079-9A32-2BC3E68BFAF1}" dt="2026-04-01T16:18:56.342" v="1395" actId="20577"/>
          <ac:spMkLst>
            <pc:docMk/>
            <pc:sldMk cId="2101163144" sldId="269"/>
            <ac:spMk id="1043" creationId="{ACE44D19-B97B-D250-1A7C-12D0C6D375C3}"/>
          </ac:spMkLst>
        </pc:spChg>
        <pc:spChg chg="mod">
          <ac:chgData name="Scott, Arielle (NIH/NIAID) [F]" userId="e27f29b0-6b26-45eb-bfbc-58afc89cc9fa" providerId="ADAL" clId="{A7E64DBE-4B71-4079-9A32-2BC3E68BFAF1}" dt="2026-04-01T16:16:21.085" v="1235"/>
          <ac:spMkLst>
            <pc:docMk/>
            <pc:sldMk cId="2101163144" sldId="269"/>
            <ac:spMk id="1044" creationId="{E1F36393-E3FE-31BA-7F8C-2B68AD75CE57}"/>
          </ac:spMkLst>
        </pc:spChg>
        <pc:grpChg chg="add del mod">
          <ac:chgData name="Scott, Arielle (NIH/NIAID) [F]" userId="e27f29b0-6b26-45eb-bfbc-58afc89cc9fa" providerId="ADAL" clId="{A7E64DBE-4B71-4079-9A32-2BC3E68BFAF1}" dt="2026-04-01T16:03:46.964" v="1162" actId="165"/>
          <ac:grpSpMkLst>
            <pc:docMk/>
            <pc:sldMk cId="2101163144" sldId="269"/>
            <ac:grpSpMk id="11" creationId="{32B6A5A0-6AD2-C914-F023-22A3A46D4D15}"/>
          </ac:grpSpMkLst>
        </pc:grpChg>
        <pc:grpChg chg="add del mod">
          <ac:chgData name="Scott, Arielle (NIH/NIAID) [F]" userId="e27f29b0-6b26-45eb-bfbc-58afc89cc9fa" providerId="ADAL" clId="{A7E64DBE-4B71-4079-9A32-2BC3E68BFAF1}" dt="2026-04-01T16:04:21.200" v="1168" actId="478"/>
          <ac:grpSpMkLst>
            <pc:docMk/>
            <pc:sldMk cId="2101163144" sldId="269"/>
            <ac:grpSpMk id="13" creationId="{99E60AC4-8F0F-0063-740E-83A1AEFCAC50}"/>
          </ac:grpSpMkLst>
        </pc:grpChg>
        <pc:grpChg chg="add del mod">
          <ac:chgData name="Scott, Arielle (NIH/NIAID) [F]" userId="e27f29b0-6b26-45eb-bfbc-58afc89cc9fa" providerId="ADAL" clId="{A7E64DBE-4B71-4079-9A32-2BC3E68BFAF1}" dt="2026-04-01T16:04:45.176" v="1175" actId="165"/>
          <ac:grpSpMkLst>
            <pc:docMk/>
            <pc:sldMk cId="2101163144" sldId="269"/>
            <ac:grpSpMk id="17" creationId="{9DDA0362-9647-55D9-4253-18A1BCC65929}"/>
          </ac:grpSpMkLst>
        </pc:grpChg>
        <pc:grpChg chg="add del mod">
          <ac:chgData name="Scott, Arielle (NIH/NIAID) [F]" userId="e27f29b0-6b26-45eb-bfbc-58afc89cc9fa" providerId="ADAL" clId="{A7E64DBE-4B71-4079-9A32-2BC3E68BFAF1}" dt="2026-04-01T16:05:13.541" v="1183" actId="165"/>
          <ac:grpSpMkLst>
            <pc:docMk/>
            <pc:sldMk cId="2101163144" sldId="269"/>
            <ac:grpSpMk id="18" creationId="{567DB618-4063-D603-4781-3509807B2ECE}"/>
          </ac:grpSpMkLst>
        </pc:grpChg>
        <pc:grpChg chg="add mod">
          <ac:chgData name="Scott, Arielle (NIH/NIAID) [F]" userId="e27f29b0-6b26-45eb-bfbc-58afc89cc9fa" providerId="ADAL" clId="{A7E64DBE-4B71-4079-9A32-2BC3E68BFAF1}" dt="2026-04-01T16:15:54.048" v="1220" actId="14100"/>
          <ac:grpSpMkLst>
            <pc:docMk/>
            <pc:sldMk cId="2101163144" sldId="269"/>
            <ac:grpSpMk id="23" creationId="{B99A6012-2EB0-E6C8-AE06-D498E9C04B99}"/>
          </ac:grpSpMkLst>
        </pc:grpChg>
        <pc:grpChg chg="add mod">
          <ac:chgData name="Scott, Arielle (NIH/NIAID) [F]" userId="e27f29b0-6b26-45eb-bfbc-58afc89cc9fa" providerId="ADAL" clId="{A7E64DBE-4B71-4079-9A32-2BC3E68BFAF1}" dt="2026-04-01T16:15:57.148" v="1221" actId="14100"/>
          <ac:grpSpMkLst>
            <pc:docMk/>
            <pc:sldMk cId="2101163144" sldId="269"/>
            <ac:grpSpMk id="24" creationId="{5351018F-31DD-0E63-2FFB-2425C214E913}"/>
          </ac:grpSpMkLst>
        </pc:grpChg>
        <pc:grpChg chg="add mod">
          <ac:chgData name="Scott, Arielle (NIH/NIAID) [F]" userId="e27f29b0-6b26-45eb-bfbc-58afc89cc9fa" providerId="ADAL" clId="{A7E64DBE-4B71-4079-9A32-2BC3E68BFAF1}" dt="2026-04-01T16:16:02.060" v="1223" actId="14100"/>
          <ac:grpSpMkLst>
            <pc:docMk/>
            <pc:sldMk cId="2101163144" sldId="269"/>
            <ac:grpSpMk id="27" creationId="{70E834EE-1D04-B404-0DEC-59AB58770928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5:16.998" v="1214" actId="478"/>
          <ac:grpSpMkLst>
            <pc:docMk/>
            <pc:sldMk cId="2101163144" sldId="269"/>
            <ac:grpSpMk id="30" creationId="{2319B2B4-04A4-CED5-0951-C25CD84E657D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5:21.983" v="1215" actId="478"/>
          <ac:grpSpMkLst>
            <pc:docMk/>
            <pc:sldMk cId="2101163144" sldId="269"/>
            <ac:grpSpMk id="33" creationId="{06FBF4E0-4D79-DBFA-F7B5-6DE43E620385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5:24.064" v="1216" actId="478"/>
          <ac:grpSpMkLst>
            <pc:docMk/>
            <pc:sldMk cId="2101163144" sldId="269"/>
            <ac:grpSpMk id="36" creationId="{11A7A1C6-3419-8B05-F12C-AAAB10C08FDE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4.494" v="1224" actId="478"/>
          <ac:grpSpMkLst>
            <pc:docMk/>
            <pc:sldMk cId="2101163144" sldId="269"/>
            <ac:grpSpMk id="39" creationId="{720F1609-2292-A959-FCB5-7C5AE3758D4B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5.198" v="1225" actId="478"/>
          <ac:grpSpMkLst>
            <pc:docMk/>
            <pc:sldMk cId="2101163144" sldId="269"/>
            <ac:grpSpMk id="42" creationId="{F0CBB471-912E-1035-A947-24F672E74B7F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5.788" v="1226" actId="478"/>
          <ac:grpSpMkLst>
            <pc:docMk/>
            <pc:sldMk cId="2101163144" sldId="269"/>
            <ac:grpSpMk id="45" creationId="{36F9BCB0-B82F-0969-49DC-CCD51B0CE465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6.922" v="1227" actId="478"/>
          <ac:grpSpMkLst>
            <pc:docMk/>
            <pc:sldMk cId="2101163144" sldId="269"/>
            <ac:grpSpMk id="48" creationId="{18AD4864-8638-A82D-07C3-E135041E9CD0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7.709" v="1228" actId="478"/>
          <ac:grpSpMkLst>
            <pc:docMk/>
            <pc:sldMk cId="2101163144" sldId="269"/>
            <ac:grpSpMk id="51" creationId="{553D51E1-BD93-729A-66C3-EB2E58D0C666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8.152" v="1229" actId="478"/>
          <ac:grpSpMkLst>
            <pc:docMk/>
            <pc:sldMk cId="2101163144" sldId="269"/>
            <ac:grpSpMk id="54" creationId="{2D94E321-1737-7DBC-5B0F-AAF64A6C3BE0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10.088" v="1232" actId="478"/>
          <ac:grpSpMkLst>
            <pc:docMk/>
            <pc:sldMk cId="2101163144" sldId="269"/>
            <ac:grpSpMk id="57" creationId="{A88B535F-FB04-B1E7-8C1B-14D4C8823DD5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9.552" v="1231" actId="478"/>
          <ac:grpSpMkLst>
            <pc:docMk/>
            <pc:sldMk cId="2101163144" sldId="269"/>
            <ac:grpSpMk id="60" creationId="{1E1BAFBC-414B-25CA-7D53-2173BCE6A779}"/>
          </ac:grpSpMkLst>
        </pc:grpChg>
        <pc:grpChg chg="add del mod">
          <ac:chgData name="Scott, Arielle (NIH/NIAID) [F]" userId="e27f29b0-6b26-45eb-bfbc-58afc89cc9fa" providerId="ADAL" clId="{A7E64DBE-4B71-4079-9A32-2BC3E68BFAF1}" dt="2026-04-01T16:16:08.737" v="1230" actId="478"/>
          <ac:grpSpMkLst>
            <pc:docMk/>
            <pc:sldMk cId="2101163144" sldId="269"/>
            <ac:grpSpMk id="63" creationId="{9A1EB518-BEDE-D441-9906-C7FE3BA11C2E}"/>
          </ac:grpSpMkLst>
        </pc:grpChg>
        <pc:grpChg chg="add mod">
          <ac:chgData name="Scott, Arielle (NIH/NIAID) [F]" userId="e27f29b0-6b26-45eb-bfbc-58afc89cc9fa" providerId="ADAL" clId="{A7E64DBE-4B71-4079-9A32-2BC3E68BFAF1}" dt="2026-04-01T16:16:20.536" v="1234" actId="1076"/>
          <ac:grpSpMkLst>
            <pc:docMk/>
            <pc:sldMk cId="2101163144" sldId="269"/>
            <ac:grpSpMk id="1027" creationId="{5DA42DF9-81E2-AD77-5510-091E9500CC57}"/>
          </ac:grpSpMkLst>
        </pc:grpChg>
        <pc:grpChg chg="add mod">
          <ac:chgData name="Scott, Arielle (NIH/NIAID) [F]" userId="e27f29b0-6b26-45eb-bfbc-58afc89cc9fa" providerId="ADAL" clId="{A7E64DBE-4B71-4079-9A32-2BC3E68BFAF1}" dt="2026-04-01T16:16:20.536" v="1234" actId="1076"/>
          <ac:grpSpMkLst>
            <pc:docMk/>
            <pc:sldMk cId="2101163144" sldId="269"/>
            <ac:grpSpMk id="1030" creationId="{83DBE692-9EB6-C66A-5BAA-B53A08687C56}"/>
          </ac:grpSpMkLst>
        </pc:grpChg>
        <pc:grpChg chg="add mod">
          <ac:chgData name="Scott, Arielle (NIH/NIAID) [F]" userId="e27f29b0-6b26-45eb-bfbc-58afc89cc9fa" providerId="ADAL" clId="{A7E64DBE-4B71-4079-9A32-2BC3E68BFAF1}" dt="2026-04-01T16:16:20.536" v="1234" actId="1076"/>
          <ac:grpSpMkLst>
            <pc:docMk/>
            <pc:sldMk cId="2101163144" sldId="269"/>
            <ac:grpSpMk id="1033" creationId="{02C98249-C779-EA9B-4A16-56B0B7D5F6EB}"/>
          </ac:grpSpMkLst>
        </pc:grpChg>
        <pc:grpChg chg="add mod">
          <ac:chgData name="Scott, Arielle (NIH/NIAID) [F]" userId="e27f29b0-6b26-45eb-bfbc-58afc89cc9fa" providerId="ADAL" clId="{A7E64DBE-4B71-4079-9A32-2BC3E68BFAF1}" dt="2026-04-01T16:16:38.227" v="1236" actId="1076"/>
          <ac:grpSpMkLst>
            <pc:docMk/>
            <pc:sldMk cId="2101163144" sldId="269"/>
            <ac:grpSpMk id="1036" creationId="{0C7B189B-8830-2A23-7363-3BA405CCB1F4}"/>
          </ac:grpSpMkLst>
        </pc:grpChg>
        <pc:grpChg chg="add mod">
          <ac:chgData name="Scott, Arielle (NIH/NIAID) [F]" userId="e27f29b0-6b26-45eb-bfbc-58afc89cc9fa" providerId="ADAL" clId="{A7E64DBE-4B71-4079-9A32-2BC3E68BFAF1}" dt="2026-04-01T16:16:38.227" v="1236" actId="1076"/>
          <ac:grpSpMkLst>
            <pc:docMk/>
            <pc:sldMk cId="2101163144" sldId="269"/>
            <ac:grpSpMk id="1039" creationId="{2C0820EA-3659-42AC-E27B-70FB129B7DB7}"/>
          </ac:grpSpMkLst>
        </pc:grpChg>
        <pc:grpChg chg="add mod">
          <ac:chgData name="Scott, Arielle (NIH/NIAID) [F]" userId="e27f29b0-6b26-45eb-bfbc-58afc89cc9fa" providerId="ADAL" clId="{A7E64DBE-4B71-4079-9A32-2BC3E68BFAF1}" dt="2026-04-01T16:16:38.227" v="1236" actId="1076"/>
          <ac:grpSpMkLst>
            <pc:docMk/>
            <pc:sldMk cId="2101163144" sldId="269"/>
            <ac:grpSpMk id="1042" creationId="{763CEA53-267B-C845-2F92-A1D0AC0AC300}"/>
          </ac:grpSpMkLst>
        </pc:grpChg>
        <pc:picChg chg="add del mod">
          <ac:chgData name="Scott, Arielle (NIH/NIAID) [F]" userId="e27f29b0-6b26-45eb-bfbc-58afc89cc9fa" providerId="ADAL" clId="{A7E64DBE-4B71-4079-9A32-2BC3E68BFAF1}" dt="2026-04-01T15:55:44.005" v="1104" actId="478"/>
          <ac:picMkLst>
            <pc:docMk/>
            <pc:sldMk cId="2101163144" sldId="269"/>
            <ac:picMk id="1026" creationId="{574D6FD7-4B0D-CEDF-73E1-DF702AB3BEC4}"/>
          </ac:picMkLst>
        </pc:picChg>
      </pc:sldChg>
      <pc:sldChg chg="addSp delSp modSp new mod">
        <pc:chgData name="Scott, Arielle (NIH/NIAID) [F]" userId="e27f29b0-6b26-45eb-bfbc-58afc89cc9fa" providerId="ADAL" clId="{A7E64DBE-4B71-4079-9A32-2BC3E68BFAF1}" dt="2026-04-01T15:46:52.668" v="1041" actId="14100"/>
        <pc:sldMkLst>
          <pc:docMk/>
          <pc:sldMk cId="375994857" sldId="270"/>
        </pc:sldMkLst>
        <pc:spChg chg="del">
          <ac:chgData name="Scott, Arielle (NIH/NIAID) [F]" userId="e27f29b0-6b26-45eb-bfbc-58afc89cc9fa" providerId="ADAL" clId="{A7E64DBE-4B71-4079-9A32-2BC3E68BFAF1}" dt="2026-04-01T15:45:58.752" v="1026" actId="478"/>
          <ac:spMkLst>
            <pc:docMk/>
            <pc:sldMk cId="375994857" sldId="270"/>
            <ac:spMk id="2" creationId="{2996C67A-93FA-2AF6-CD53-FC4EE9BCBD62}"/>
          </ac:spMkLst>
        </pc:spChg>
        <pc:spChg chg="del">
          <ac:chgData name="Scott, Arielle (NIH/NIAID) [F]" userId="e27f29b0-6b26-45eb-bfbc-58afc89cc9fa" providerId="ADAL" clId="{A7E64DBE-4B71-4079-9A32-2BC3E68BFAF1}" dt="2026-04-01T15:46:01.472" v="1028" actId="478"/>
          <ac:spMkLst>
            <pc:docMk/>
            <pc:sldMk cId="375994857" sldId="270"/>
            <ac:spMk id="3" creationId="{352ABB7C-B0EF-A901-8F76-9EE82FCEBF31}"/>
          </ac:spMkLst>
        </pc:spChg>
        <pc:spChg chg="del">
          <ac:chgData name="Scott, Arielle (NIH/NIAID) [F]" userId="e27f29b0-6b26-45eb-bfbc-58afc89cc9fa" providerId="ADAL" clId="{A7E64DBE-4B71-4079-9A32-2BC3E68BFAF1}" dt="2026-04-01T15:46:00.903" v="1027" actId="478"/>
          <ac:spMkLst>
            <pc:docMk/>
            <pc:sldMk cId="375994857" sldId="270"/>
            <ac:spMk id="4" creationId="{E80F922B-B0E4-13F9-8232-53E82945D1DC}"/>
          </ac:spMkLst>
        </pc:spChg>
        <pc:spChg chg="add del">
          <ac:chgData name="Scott, Arielle (NIH/NIAID) [F]" userId="e27f29b0-6b26-45eb-bfbc-58afc89cc9fa" providerId="ADAL" clId="{A7E64DBE-4B71-4079-9A32-2BC3E68BFAF1}" dt="2026-04-01T15:46:08.857" v="1032" actId="22"/>
          <ac:spMkLst>
            <pc:docMk/>
            <pc:sldMk cId="375994857" sldId="270"/>
            <ac:spMk id="6" creationId="{AFCFC7B4-1EF7-EDE3-2042-F48480A04651}"/>
          </ac:spMkLst>
        </pc:spChg>
        <pc:spChg chg="add del">
          <ac:chgData name="Scott, Arielle (NIH/NIAID) [F]" userId="e27f29b0-6b26-45eb-bfbc-58afc89cc9fa" providerId="ADAL" clId="{A7E64DBE-4B71-4079-9A32-2BC3E68BFAF1}" dt="2026-04-01T15:46:10.672" v="1034" actId="478"/>
          <ac:spMkLst>
            <pc:docMk/>
            <pc:sldMk cId="375994857" sldId="270"/>
            <ac:spMk id="8" creationId="{363ED4BC-85A1-0CEB-7381-FB8110C6ABB4}"/>
          </ac:spMkLst>
        </pc:spChg>
        <pc:spChg chg="add del">
          <ac:chgData name="Scott, Arielle (NIH/NIAID) [F]" userId="e27f29b0-6b26-45eb-bfbc-58afc89cc9fa" providerId="ADAL" clId="{A7E64DBE-4B71-4079-9A32-2BC3E68BFAF1}" dt="2026-04-01T15:46:16.891" v="1036" actId="22"/>
          <ac:spMkLst>
            <pc:docMk/>
            <pc:sldMk cId="375994857" sldId="270"/>
            <ac:spMk id="10" creationId="{3D31B19D-8723-65D6-0278-9562CE7FC90A}"/>
          </ac:spMkLst>
        </pc:spChg>
        <pc:picChg chg="add mod">
          <ac:chgData name="Scott, Arielle (NIH/NIAID) [F]" userId="e27f29b0-6b26-45eb-bfbc-58afc89cc9fa" providerId="ADAL" clId="{A7E64DBE-4B71-4079-9A32-2BC3E68BFAF1}" dt="2026-04-01T15:46:52.668" v="1041" actId="14100"/>
          <ac:picMkLst>
            <pc:docMk/>
            <pc:sldMk cId="375994857" sldId="270"/>
            <ac:picMk id="12" creationId="{C6B4FB16-624A-A027-4BEA-13838BF7EB5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6919F8-B3EC-4CC7-8CD7-0B70F324A65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D508A-D768-4622-8FD2-0607840A9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*Process, annotate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scRNA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-seq data of healthy ovary, healthy testis, fetal gonad, ovarian cancer (HGSOC)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*Cell types using cellmarker2.0, published atlases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*Published CTA list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quantify CTA expression for each dataset; compare across cell types in each dataset; compare across datasets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*Identify genes not activate in healthy ovary that are CTA, that are active in fetal, cancer and fetal + cancer (oncofetal reprogramming)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D508A-D768-4622-8FD2-0607840A95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4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https://www.nature.com/articles/ncomms10499</a:t>
            </a:r>
          </a:p>
          <a:p>
            <a:r>
              <a:rPr lang="en-US" dirty="0"/>
              <a:t>[2] https://pmc.ncbi.nlm.nih.gov/articles/PMC6318940/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D508A-D768-4622-8FD2-0607840A95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39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15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43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5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65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31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77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59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94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53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1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17DDD-E504-4832-AC3E-6E28A2BFF38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9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417DDD-E504-4832-AC3E-6E28A2BFF38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34235-CF85-4D60-A0B2-E49B8512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36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83A7D-D3E9-E287-8953-BA441C427E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Postbac</a:t>
            </a:r>
            <a:r>
              <a:rPr lang="en-US" dirty="0"/>
              <a:t> poster day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0F57D-764E-1C3D-C61C-00D25C63A6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05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CABF-717D-8B99-1E87-2078CE55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scRNA</a:t>
            </a:r>
            <a:r>
              <a:rPr lang="en-US" dirty="0"/>
              <a:t>-seq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AD146-3AF2-29F4-329D-899F38A4F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4-029. Daniel DeMelfi Genotyping of HLA Class I Genes with </a:t>
            </a:r>
            <a:r>
              <a:rPr lang="en-US" dirty="0" err="1"/>
              <a:t>scRNAseq</a:t>
            </a:r>
            <a:r>
              <a:rPr lang="en-US" dirty="0"/>
              <a:t> Data Using </a:t>
            </a:r>
            <a:r>
              <a:rPr lang="en-US" dirty="0" err="1"/>
              <a:t>arcasHLA</a:t>
            </a:r>
            <a:r>
              <a:rPr lang="en-US" dirty="0"/>
              <a:t> and UMI Consensus Lafayette College (Pennsylvania) Preceptor: Dr. Nan-Ping Weng</a:t>
            </a:r>
          </a:p>
          <a:p>
            <a:r>
              <a:rPr lang="en-US" dirty="0"/>
              <a:t>6-101. Laura Heinly Specificity of Neuronal Cell-Cell Communication using Single-Cell RNA Sequencing Data American University (District of Columbia) Preceptors: Dr. Stefano Marenco, Dr. Pavan </a:t>
            </a:r>
            <a:r>
              <a:rPr lang="en-US" dirty="0" err="1"/>
              <a:t>Auluck</a:t>
            </a:r>
            <a:endParaRPr lang="en-US" dirty="0"/>
          </a:p>
          <a:p>
            <a:r>
              <a:rPr lang="en-US" dirty="0"/>
              <a:t>1-048. Divine </a:t>
            </a:r>
            <a:r>
              <a:rPr lang="en-US" dirty="0" err="1"/>
              <a:t>Ayichi</a:t>
            </a:r>
            <a:r>
              <a:rPr lang="en-US" dirty="0"/>
              <a:t> </a:t>
            </a:r>
            <a:r>
              <a:rPr lang="en-US" dirty="0" err="1"/>
              <a:t>ScRNA</a:t>
            </a:r>
            <a:r>
              <a:rPr lang="en-US" dirty="0"/>
              <a:t>-seq Analysis Reveals Drastic Epithelial Cell Transformation at the Climax of Xenopus Intestinal Metamorphosis University of Maryland College Park (Maryland) Preceptors: Dr. Yun-Bo Shi, Dr. </a:t>
            </a:r>
            <a:r>
              <a:rPr lang="en-US" dirty="0" err="1"/>
              <a:t>Liezhen</a:t>
            </a:r>
            <a:r>
              <a:rPr lang="en-US" dirty="0"/>
              <a:t> Fu</a:t>
            </a:r>
          </a:p>
          <a:p>
            <a:r>
              <a:rPr lang="en-US" dirty="0"/>
              <a:t>4-014. Samantha Hoge Using </a:t>
            </a:r>
            <a:r>
              <a:rPr lang="en-US" dirty="0" err="1"/>
              <a:t>scRNA</a:t>
            </a:r>
            <a:r>
              <a:rPr lang="en-US" dirty="0"/>
              <a:t>-seq to characterize cellular diversity in the highly regenerative flatworm </a:t>
            </a:r>
            <a:r>
              <a:rPr lang="en-US" dirty="0" err="1"/>
              <a:t>Macrostomum</a:t>
            </a:r>
            <a:r>
              <a:rPr lang="en-US" dirty="0"/>
              <a:t> </a:t>
            </a:r>
            <a:r>
              <a:rPr lang="en-US" dirty="0" err="1"/>
              <a:t>lignano</a:t>
            </a:r>
            <a:r>
              <a:rPr lang="en-US" dirty="0"/>
              <a:t> University of Georgia (Georgia) Preceptor: Dr. Erin Davies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697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FBB83-5E7D-EE53-89B8-BCCFBFAB5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5C4D-7F03-46BC-465D-B02E21AB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scRNA</a:t>
            </a:r>
            <a:r>
              <a:rPr lang="en-US" dirty="0"/>
              <a:t>-seq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59C40-2FD7-DA7E-6599-AABD2BAFE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5-022. Anisha Singhal Single Cell Transcriptomic Analysis of the Upper Airways of Children with Respiratory Virus Infections Rutgers University (New Jersey) Preceptors: Dr. Daniel Douek, Dr. Chaim Schramm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96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79633-89D3-6367-4940-FA8B0FA2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snRNAseq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BFEF-0903-BDF1-3E6B-90F9708B0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/>
              <a:t>6-102. Lauren Schramm </a:t>
            </a:r>
            <a:r>
              <a:rPr lang="en-US" dirty="0" err="1"/>
              <a:t>snRNAseq</a:t>
            </a:r>
            <a:r>
              <a:rPr lang="en-US" dirty="0"/>
              <a:t> Reveals Cell Type-Specific Expression Changes in the </a:t>
            </a:r>
            <a:r>
              <a:rPr lang="en-US" dirty="0" err="1"/>
              <a:t>dlPFC</a:t>
            </a:r>
            <a:r>
              <a:rPr lang="en-US" dirty="0"/>
              <a:t> in Schizophrenia George Washington University (District of Columbia) Preceptors: Dr. Pavan </a:t>
            </a:r>
            <a:r>
              <a:rPr lang="en-US" dirty="0" err="1"/>
              <a:t>Auluck</a:t>
            </a:r>
            <a:r>
              <a:rPr lang="en-US" dirty="0"/>
              <a:t>, Dr. Stefano Marenco</a:t>
            </a:r>
          </a:p>
          <a:p>
            <a:r>
              <a:rPr lang="en-US" dirty="0"/>
              <a:t>4-059. Monica Mesecar Multi-Region snRNA-Seq Analysis of Human Brain across Age Reveals Transcriptomic Patterns Conserved in Inhibitory Neurons University of Notre Dame (Indiana) Preceptors: Dr. Mark Cookson, Dr. Dominic </a:t>
            </a:r>
            <a:r>
              <a:rPr lang="en-US" dirty="0" err="1"/>
              <a:t>Acr</a:t>
            </a:r>
            <a:endParaRPr lang="en-US" dirty="0"/>
          </a:p>
          <a:p>
            <a:r>
              <a:rPr lang="en-US" dirty="0"/>
              <a:t>6-078. Cordelia Hume Single-nucleus comparative transcriptomic perspective on the midline thalamus between the Rhesus Macaque, Common Marmoset, and Rat Duke University (North Carolina) Preceptor: Dr. Yogita Chudasama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26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D458-97A3-81F1-70D2-9B278DC8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RNAseq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0A55E-08E2-09E8-7E6A-560BE8B22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4-117. Nasser Adjei RNA sequencing identified differentially expressed genes in the </a:t>
            </a:r>
            <a:r>
              <a:rPr lang="en-US" dirty="0" err="1"/>
              <a:t>mesocorticolimbic</a:t>
            </a:r>
            <a:r>
              <a:rPr lang="en-US" dirty="0"/>
              <a:t> and nigrostriatal system of rats with punishment associated compulsive and non-compulsive methamphetamine taking phenotypes George Washington University (District of Columbia) Preceptors: Dr. Jean Cadet, Dr. Atul </a:t>
            </a:r>
            <a:r>
              <a:rPr lang="en-US" dirty="0" err="1"/>
              <a:t>Daiwile</a:t>
            </a:r>
            <a:endParaRPr lang="en-US" dirty="0"/>
          </a:p>
          <a:p>
            <a:endParaRPr lang="en-US" dirty="0"/>
          </a:p>
          <a:p>
            <a:r>
              <a:rPr lang="en-US" dirty="0"/>
              <a:t>4-107. James Ulysse </a:t>
            </a:r>
            <a:r>
              <a:rPr lang="en-US" dirty="0" err="1"/>
              <a:t>Rna</a:t>
            </a:r>
            <a:r>
              <a:rPr lang="en-US" dirty="0"/>
              <a:t> sequencing analysis identifies differentially expressed genes in the medial prefrontal of rats after continuous and intermittent access to sucrose Meharry Medical college (Maryland) Preceptors: Dr. Jean Cadet, Dr. Atul </a:t>
            </a:r>
            <a:r>
              <a:rPr lang="en-US" dirty="0" err="1"/>
              <a:t>Dawile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891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A7B0-F9FC-CEC8-C935-697A78F96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transcriptomics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25DE0-7607-4F81-6536-A5B0ABB2C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2-104. Sara Dawood Spatial Transcriptomics Reveals Changes in Tumor/Tumor Microenvironment During Neoadjuvant ADT in Locally Advanced Prostate Cancer University of Maryland (Maryland) Preceptor: Dr. Anson K</a:t>
            </a:r>
          </a:p>
          <a:p>
            <a:r>
              <a:rPr lang="en-US" dirty="0"/>
              <a:t>3-113. Hannah Odom Spatial Transcriptomics and its Application to the Mouse Cochlea Georgia Institute of Technology (Georgia) Preceptor: Dr. Ronna </a:t>
            </a:r>
            <a:r>
              <a:rPr lang="en-US" dirty="0" err="1"/>
              <a:t>Hertzano</a:t>
            </a:r>
            <a:r>
              <a:rPr lang="en-US" dirty="0"/>
              <a:t> </a:t>
            </a:r>
          </a:p>
          <a:p>
            <a:r>
              <a:rPr lang="en-US" dirty="0"/>
              <a:t>7-045. Nick Howell Investigating Glucagon-Deficient Endocrine Objects through Spatial Transcriptomics of Human Pancreas Arizona State University (Arizona) Preceptors: Dr. Mike Erdos, Dr. Leslie Biesecker</a:t>
            </a:r>
          </a:p>
          <a:p>
            <a:r>
              <a:rPr lang="en-US" dirty="0"/>
              <a:t>7-138. Junho Yi Characterization of Salivary Glands </a:t>
            </a:r>
            <a:r>
              <a:rPr lang="en-US" dirty="0" err="1"/>
              <a:t>Virome</a:t>
            </a:r>
            <a:r>
              <a:rPr lang="en-US" dirty="0"/>
              <a:t> in Sjogren's Syndrome Patients through the Use of Spatial Transcriptomics University of Maryland Baltimore County (Maryland)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04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9F76-599F-22F7-AC69-627450323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Multi-omics/Transcriptomics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600A6-D90C-D1D7-4865-EC3CFE154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1-050. Elizabeth Davis Single Cell and Spatial Transcriptomics at the Molecular Genomics Core DePauw University (Indiana) Preceptors: Dr. Forbes Porter, Mr. Vivek Mahadevan</a:t>
            </a:r>
          </a:p>
          <a:p>
            <a:r>
              <a:rPr lang="en-US" dirty="0"/>
              <a:t>5-102. Nico Dellario A Transcriptomic Signature for Asthma Derived from PBMCs Rensselaer Polytechnic Institute (New York) Preceptors: Mr. Rakesh Natarajan, Dr. Rasika Mathias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3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3E06-1CCF-F5BF-B6EC-AE0B1EE9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3CD7-37E6-638D-E4B3-1B1A50434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scRNA</a:t>
            </a:r>
            <a:r>
              <a:rPr lang="en-US" dirty="0"/>
              <a:t>-Seq Reveals Unexpected Expression of Cancer-Testis Genes in Female Fetal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083A6-A624-0176-6B92-A0B71F9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18" y="10687050"/>
            <a:ext cx="37616130" cy="15664817"/>
          </a:xfrm>
        </p:spPr>
        <p:txBody>
          <a:bodyPr>
            <a:normAutofit/>
          </a:bodyPr>
          <a:lstStyle/>
          <a:p>
            <a:r>
              <a:rPr lang="en-US" sz="6480" dirty="0" err="1"/>
              <a:t>scRNA</a:t>
            </a:r>
            <a:r>
              <a:rPr lang="en-US" sz="6480" dirty="0"/>
              <a:t>-Seq Reveals Cancer-Testis Antigen Expression in Fetal Development and Ovarian Cancer</a:t>
            </a:r>
          </a:p>
          <a:p>
            <a:r>
              <a:rPr lang="en-US" sz="6480" dirty="0" err="1"/>
              <a:t>scRNA</a:t>
            </a:r>
            <a:r>
              <a:rPr lang="en-US" sz="6480" dirty="0"/>
              <a:t>-Seq Analysis Reveals Cancer-Testis Antigen Expression in Fetal and Ovarian Cancer Cells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5DFFD7-9E45-4BC3-6117-281206E22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19460"/>
            <a:ext cx="43891200" cy="979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42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45211-6821-FB37-3F76-E324985FE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7499" y="918410"/>
            <a:ext cx="18653760" cy="20886422"/>
          </a:xfrm>
        </p:spPr>
        <p:txBody>
          <a:bodyPr>
            <a:normAutofit/>
          </a:bodyPr>
          <a:lstStyle/>
          <a:p>
            <a:r>
              <a:rPr lang="en-US" sz="6600" b="1" dirty="0"/>
              <a:t>Poster technical requirements</a:t>
            </a:r>
          </a:p>
          <a:p>
            <a:r>
              <a:rPr lang="en-US" sz="6600" dirty="0"/>
              <a:t>Poster Board Size: 72" (Width) x 48" (Height)</a:t>
            </a:r>
          </a:p>
          <a:p>
            <a:r>
              <a:rPr lang="en-US" sz="6600" dirty="0"/>
              <a:t>Recommended Poster Size: 48” (Width) and 36” (Height)</a:t>
            </a:r>
          </a:p>
          <a:p>
            <a:r>
              <a:rPr lang="en-US" sz="6600" dirty="0"/>
              <a:t>Poster Orientation: Landscape</a:t>
            </a:r>
          </a:p>
          <a:p>
            <a:r>
              <a:rPr lang="en-US" sz="6600" dirty="0"/>
              <a:t>Recommended Font Sizes: </a:t>
            </a:r>
          </a:p>
          <a:p>
            <a:r>
              <a:rPr lang="en-US" sz="6600" dirty="0"/>
              <a:t>Title: 80 pt</a:t>
            </a:r>
          </a:p>
          <a:p>
            <a:r>
              <a:rPr lang="en-US" sz="6600" dirty="0"/>
              <a:t>Section Headings: 54 pt</a:t>
            </a:r>
          </a:p>
          <a:p>
            <a:r>
              <a:rPr lang="en-US" sz="6600" dirty="0"/>
              <a:t>Secondary Section Headings or Figure Title: 44 pt</a:t>
            </a:r>
          </a:p>
          <a:p>
            <a:r>
              <a:rPr lang="en-US" sz="6600" b="1" dirty="0"/>
              <a:t>General Text: 36 – 40 pt</a:t>
            </a:r>
            <a:endParaRPr lang="en-US" sz="6600" dirty="0"/>
          </a:p>
          <a:p>
            <a:r>
              <a:rPr lang="en-US" sz="6600" dirty="0"/>
              <a:t>Figure/table legends: 28 pt</a:t>
            </a:r>
          </a:p>
          <a:p>
            <a:endParaRPr lang="en-US" sz="6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2DE653-866A-0335-254A-120BC03CC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449899" y="918410"/>
            <a:ext cx="18653760" cy="20886422"/>
          </a:xfrm>
        </p:spPr>
        <p:txBody>
          <a:bodyPr>
            <a:normAutofit/>
          </a:bodyPr>
          <a:lstStyle/>
          <a:p>
            <a:r>
              <a:rPr lang="en-US" sz="6600" b="1" dirty="0"/>
              <a:t>Content and design</a:t>
            </a:r>
          </a:p>
          <a:p>
            <a:r>
              <a:rPr lang="en-US" sz="6600" b="1" dirty="0"/>
              <a:t>Content</a:t>
            </a:r>
          </a:p>
          <a:p>
            <a:r>
              <a:rPr lang="en-US" sz="6600" dirty="0"/>
              <a:t>Include the following components in your poster presentation:</a:t>
            </a:r>
          </a:p>
          <a:p>
            <a:r>
              <a:rPr lang="en-US" sz="6600" dirty="0"/>
              <a:t>Title and Author Information:</a:t>
            </a:r>
          </a:p>
          <a:p>
            <a:pPr lvl="1"/>
            <a:r>
              <a:rPr lang="en-US" sz="6600" dirty="0"/>
              <a:t>Title</a:t>
            </a:r>
          </a:p>
          <a:p>
            <a:pPr lvl="1"/>
            <a:r>
              <a:rPr lang="en-US" sz="6600" dirty="0"/>
              <a:t>Author, Affiliation</a:t>
            </a:r>
          </a:p>
          <a:p>
            <a:pPr lvl="1"/>
            <a:r>
              <a:rPr lang="en-US" sz="6600" dirty="0"/>
              <a:t>Institute or Center name, logos</a:t>
            </a:r>
          </a:p>
          <a:p>
            <a:r>
              <a:rPr lang="en-US" sz="6600" dirty="0"/>
              <a:t>Content:</a:t>
            </a:r>
          </a:p>
          <a:p>
            <a:pPr lvl="1"/>
            <a:r>
              <a:rPr lang="en-US" sz="6600" dirty="0"/>
              <a:t>an introduction (providing background information),</a:t>
            </a:r>
          </a:p>
          <a:p>
            <a:pPr lvl="1"/>
            <a:r>
              <a:rPr lang="en-US" sz="6600" dirty="0"/>
              <a:t>a brief statement of the purpose of the project,</a:t>
            </a:r>
          </a:p>
          <a:p>
            <a:pPr lvl="1"/>
            <a:r>
              <a:rPr lang="en-US" sz="6600" dirty="0"/>
              <a:t>a description of materials and methods used, and</a:t>
            </a:r>
          </a:p>
          <a:p>
            <a:pPr lvl="1"/>
            <a:r>
              <a:rPr lang="en-US" sz="6600" dirty="0"/>
              <a:t>a summary of results and conclusions.</a:t>
            </a:r>
          </a:p>
          <a:p>
            <a:endParaRPr lang="en-US" sz="66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AB67C1-54F7-4000-F997-190B549FCF3E}"/>
              </a:ext>
            </a:extLst>
          </p:cNvPr>
          <p:cNvSpPr txBox="1">
            <a:spLocks/>
          </p:cNvSpPr>
          <p:nvPr/>
        </p:nvSpPr>
        <p:spPr>
          <a:xfrm>
            <a:off x="2247499" y="21091357"/>
            <a:ext cx="36301680" cy="995011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097280" indent="-1097280" algn="l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Char char="•"/>
              <a:defRPr sz="13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/>
              <a:t>Design</a:t>
            </a:r>
          </a:p>
          <a:p>
            <a:r>
              <a:rPr lang="en-US" sz="6000" dirty="0"/>
              <a:t>Here are some general guidelines for laying out the design of your poster:</a:t>
            </a:r>
          </a:p>
          <a:p>
            <a:r>
              <a:rPr lang="en-US" sz="6000" dirty="0"/>
              <a:t>A light background with dark text is easiest to read.</a:t>
            </a:r>
          </a:p>
          <a:p>
            <a:r>
              <a:rPr lang="en-US" sz="6000" dirty="0"/>
              <a:t>Use one font and style to integrate all portions of your poster.</a:t>
            </a:r>
          </a:p>
          <a:p>
            <a:r>
              <a:rPr lang="en-US" sz="6000" dirty="0"/>
              <a:t>Label graphics directly and use tables for small data sets.</a:t>
            </a:r>
          </a:p>
          <a:p>
            <a:r>
              <a:rPr lang="en-US" sz="6000" dirty="0"/>
              <a:t>Keep your title simple and consider using it to state the conclusion or focus of your study.</a:t>
            </a:r>
          </a:p>
          <a:p>
            <a:r>
              <a:rPr lang="en-US" sz="6000" dirty="0"/>
              <a:t>Figures, diagrams, and bullet points are better than paragraphs of text.</a:t>
            </a:r>
          </a:p>
          <a:p>
            <a:r>
              <a:rPr lang="en-US" sz="6000" dirty="0"/>
              <a:t>A general rule of thumb is to allow 40% of your space for graphics, 20% for text, and 40% for white space.</a:t>
            </a:r>
          </a:p>
        </p:txBody>
      </p:sp>
    </p:spTree>
    <p:extLst>
      <p:ext uri="{BB962C8B-B14F-4D97-AF65-F5344CB8AC3E}">
        <p14:creationId xmlns:p14="http://schemas.microsoft.com/office/powerpoint/2010/main" val="4211924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B142E-2522-EFBA-D579-D6321B18C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975936-8FEF-5CCA-E36C-D064AF5F1395}"/>
              </a:ext>
            </a:extLst>
          </p:cNvPr>
          <p:cNvSpPr/>
          <p:nvPr/>
        </p:nvSpPr>
        <p:spPr>
          <a:xfrm>
            <a:off x="0" y="0"/>
            <a:ext cx="43891200" cy="32048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1FF0A5-E838-D626-EF6A-EF43049F7972}"/>
              </a:ext>
            </a:extLst>
          </p:cNvPr>
          <p:cNvSpPr txBox="1"/>
          <p:nvPr/>
        </p:nvSpPr>
        <p:spPr>
          <a:xfrm>
            <a:off x="8153400" y="0"/>
            <a:ext cx="275844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800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scRNA</a:t>
            </a:r>
            <a:r>
              <a:rPr lang="en-US" sz="78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-Seq Reveals Unexpected Expression of Cancer-Testis Genes in Female Fetal Development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99A6012-2EB0-E6C8-AE06-D498E9C04B99}"/>
              </a:ext>
            </a:extLst>
          </p:cNvPr>
          <p:cNvGrpSpPr/>
          <p:nvPr/>
        </p:nvGrpSpPr>
        <p:grpSpPr>
          <a:xfrm>
            <a:off x="1831556" y="3483436"/>
            <a:ext cx="14139111" cy="11004441"/>
            <a:chOff x="1924050" y="5572720"/>
            <a:chExt cx="6362700" cy="529658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946A1C-8BDE-1AD9-D7C7-480683D8C052}"/>
                </a:ext>
              </a:extLst>
            </p:cNvPr>
            <p:cNvSpPr/>
            <p:nvPr/>
          </p:nvSpPr>
          <p:spPr>
            <a:xfrm>
              <a:off x="1924050" y="5572720"/>
              <a:ext cx="6362700" cy="92333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latin typeface="Helvetica" panose="020B0604020202020204" pitchFamily="34" charset="0"/>
                  <a:cs typeface="Helvetica" panose="020B0604020202020204" pitchFamily="34" charset="0"/>
                </a:rPr>
                <a:t>Introduction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C2AD5A2-7429-5DCE-62C0-278B93B46630}"/>
                </a:ext>
              </a:extLst>
            </p:cNvPr>
            <p:cNvSpPr/>
            <p:nvPr/>
          </p:nvSpPr>
          <p:spPr>
            <a:xfrm>
              <a:off x="1924050" y="5649605"/>
              <a:ext cx="6362700" cy="521970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02C98249-C779-EA9B-4A16-56B0B7D5F6EB}"/>
              </a:ext>
            </a:extLst>
          </p:cNvPr>
          <p:cNvGrpSpPr/>
          <p:nvPr/>
        </p:nvGrpSpPr>
        <p:grpSpPr>
          <a:xfrm>
            <a:off x="17141989" y="20521227"/>
            <a:ext cx="11902241" cy="9100520"/>
            <a:chOff x="1924050" y="5572720"/>
            <a:chExt cx="6362700" cy="5296585"/>
          </a:xfrm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C8C5C869-D8BC-19A4-4DF9-7CE667F502CB}"/>
                </a:ext>
              </a:extLst>
            </p:cNvPr>
            <p:cNvSpPr/>
            <p:nvPr/>
          </p:nvSpPr>
          <p:spPr>
            <a:xfrm>
              <a:off x="1924050" y="5572720"/>
              <a:ext cx="6362700" cy="92333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latin typeface="Helvetica" panose="020B0604020202020204" pitchFamily="34" charset="0"/>
                  <a:cs typeface="Helvetica" panose="020B0604020202020204" pitchFamily="34" charset="0"/>
                </a:rPr>
                <a:t>Dotplot summary</a:t>
              </a:r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877C3F3A-046A-07C7-BC26-FCD36D61BB84}"/>
                </a:ext>
              </a:extLst>
            </p:cNvPr>
            <p:cNvSpPr/>
            <p:nvPr/>
          </p:nvSpPr>
          <p:spPr>
            <a:xfrm>
              <a:off x="1924050" y="5649605"/>
              <a:ext cx="6362700" cy="521970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2C0820EA-3659-42AC-E27B-70FB129B7DB7}"/>
              </a:ext>
            </a:extLst>
          </p:cNvPr>
          <p:cNvGrpSpPr/>
          <p:nvPr/>
        </p:nvGrpSpPr>
        <p:grpSpPr>
          <a:xfrm>
            <a:off x="30764742" y="20053325"/>
            <a:ext cx="12356436" cy="5828282"/>
            <a:chOff x="1924050" y="5572720"/>
            <a:chExt cx="6362700" cy="5296585"/>
          </a:xfrm>
        </p:grpSpPr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AC0EB154-7555-85A6-97A3-EE138F3A7B01}"/>
                </a:ext>
              </a:extLst>
            </p:cNvPr>
            <p:cNvSpPr/>
            <p:nvPr/>
          </p:nvSpPr>
          <p:spPr>
            <a:xfrm>
              <a:off x="1924050" y="5572720"/>
              <a:ext cx="6362700" cy="92333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latin typeface="Helvetica" panose="020B0604020202020204" pitchFamily="34" charset="0"/>
                  <a:cs typeface="Helvetica" panose="020B0604020202020204" pitchFamily="34" charset="0"/>
                </a:rPr>
                <a:t>Future Work</a:t>
              </a:r>
            </a:p>
          </p:txBody>
        </p:sp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21D1051C-33A3-78FD-ABBA-EF9961C5C19D}"/>
                </a:ext>
              </a:extLst>
            </p:cNvPr>
            <p:cNvSpPr/>
            <p:nvPr/>
          </p:nvSpPr>
          <p:spPr>
            <a:xfrm>
              <a:off x="1924050" y="5649605"/>
              <a:ext cx="6362700" cy="521970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763CEA53-267B-C845-2F92-A1D0AC0AC300}"/>
              </a:ext>
            </a:extLst>
          </p:cNvPr>
          <p:cNvGrpSpPr/>
          <p:nvPr/>
        </p:nvGrpSpPr>
        <p:grpSpPr>
          <a:xfrm>
            <a:off x="32860248" y="26817815"/>
            <a:ext cx="10058400" cy="5486400"/>
            <a:chOff x="1924050" y="5572720"/>
            <a:chExt cx="6362700" cy="5296585"/>
          </a:xfrm>
        </p:grpSpPr>
        <p:sp>
          <p:nvSpPr>
            <p:cNvPr id="1043" name="Rectangle 1042">
              <a:extLst>
                <a:ext uri="{FF2B5EF4-FFF2-40B4-BE49-F238E27FC236}">
                  <a16:creationId xmlns:a16="http://schemas.microsoft.com/office/drawing/2014/main" id="{ACE44D19-B97B-D250-1A7C-12D0C6D375C3}"/>
                </a:ext>
              </a:extLst>
            </p:cNvPr>
            <p:cNvSpPr/>
            <p:nvPr/>
          </p:nvSpPr>
          <p:spPr>
            <a:xfrm>
              <a:off x="1924050" y="5572720"/>
              <a:ext cx="6362700" cy="92333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latin typeface="Helvetica" panose="020B0604020202020204" pitchFamily="34" charset="0"/>
                  <a:cs typeface="Helvetica" panose="020B0604020202020204" pitchFamily="34" charset="0"/>
                </a:rPr>
                <a:t>Acknowledgements</a:t>
              </a:r>
            </a:p>
          </p:txBody>
        </p: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E1F36393-E3FE-31BA-7F8C-2B68AD75CE57}"/>
                </a:ext>
              </a:extLst>
            </p:cNvPr>
            <p:cNvSpPr/>
            <p:nvPr/>
          </p:nvSpPr>
          <p:spPr>
            <a:xfrm>
              <a:off x="1924050" y="5649605"/>
              <a:ext cx="6362700" cy="521970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66EA666-48D4-ED57-9E6F-5CB18B84230A}"/>
              </a:ext>
            </a:extLst>
          </p:cNvPr>
          <p:cNvSpPr txBox="1"/>
          <p:nvPr/>
        </p:nvSpPr>
        <p:spPr>
          <a:xfrm>
            <a:off x="2077451" y="5464712"/>
            <a:ext cx="13893216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Cancer-testes genes (CTGs refer to genes that are expressed only in germ cells under normal physiological conditions, that may be reactivated during tumorigenesis, making them good candidates for oncogenes</a:t>
            </a:r>
            <a:r>
              <a:rPr lang="en-US" sz="36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  <a:endParaRPr lang="en-US"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The gene products of CTGs are referred to as cancer-testis antigens (CTAs) and they may be good candidates for therapy due to their restricted expression in normal tissues and their immunogenicity</a:t>
            </a:r>
            <a:r>
              <a:rPr lang="en-US" sz="36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  <a:endParaRPr lang="en-US"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A number of CTGs are known to be aberrantly expressed in ovarian cancer, including AKAP3, AKAP4, BAGE, CTCFL, CT45, GAGE1/2, HOM-TES-85, HORMAD1, HSP70-2, LAGE-1, MAGE-A1, MAGE-A2, MAGE-A3, MAGE-A9, MAGE-A10, MAGE-C1, NY-ESO-1, OY-TES-1, PRAME, PASD1, PIWIL2, PIWIL3, PIWIL4, PLU-1, PLAC1, SPAG9, SCP-1, SP17, SSX2, SSX1, SSX4, TAG-1, TAG-2a, TAG-2b, TAG2c, TRAG-3</a:t>
            </a:r>
            <a:r>
              <a:rPr lang="en-US" sz="36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  <a:endParaRPr lang="en-US"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761740F-87B9-78B6-D1DF-BD19DA9EB055}"/>
              </a:ext>
            </a:extLst>
          </p:cNvPr>
          <p:cNvGrpSpPr/>
          <p:nvPr/>
        </p:nvGrpSpPr>
        <p:grpSpPr>
          <a:xfrm>
            <a:off x="1600698" y="18442916"/>
            <a:ext cx="13796714" cy="9247165"/>
            <a:chOff x="1625765" y="17340457"/>
            <a:chExt cx="13796714" cy="924716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8C13E18-91A7-F595-C7C1-390B118EA51D}"/>
                </a:ext>
              </a:extLst>
            </p:cNvPr>
            <p:cNvGrpSpPr/>
            <p:nvPr/>
          </p:nvGrpSpPr>
          <p:grpSpPr>
            <a:xfrm>
              <a:off x="1625765" y="17340457"/>
              <a:ext cx="13563602" cy="8626008"/>
              <a:chOff x="1625765" y="17340457"/>
              <a:chExt cx="13563602" cy="862600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82C016C-1097-DEA1-930D-A5E849C48A6B}"/>
                  </a:ext>
                </a:extLst>
              </p:cNvPr>
              <p:cNvSpPr/>
              <p:nvPr/>
            </p:nvSpPr>
            <p:spPr>
              <a:xfrm>
                <a:off x="1625765" y="17340457"/>
                <a:ext cx="13563602" cy="151643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Methods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AA7E6DA-EBF8-5577-1E67-391B4AB9F41C}"/>
                  </a:ext>
                </a:extLst>
              </p:cNvPr>
              <p:cNvSpPr/>
              <p:nvPr/>
            </p:nvSpPr>
            <p:spPr>
              <a:xfrm>
                <a:off x="1625766" y="18185511"/>
                <a:ext cx="13563601" cy="7780954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9706653-796E-5BA5-9553-5B2133B6BB9C}"/>
                </a:ext>
              </a:extLst>
            </p:cNvPr>
            <p:cNvSpPr txBox="1"/>
            <p:nvPr/>
          </p:nvSpPr>
          <p:spPr>
            <a:xfrm>
              <a:off x="1790699" y="19293317"/>
              <a:ext cx="13631780" cy="72943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Helvetica" panose="020B0604020202020204" pitchFamily="34" charset="0"/>
                  <a:cs typeface="Helvetica" panose="020B0604020202020204" pitchFamily="34" charset="0"/>
                </a:rPr>
                <a:t>Publicly available </a:t>
              </a:r>
              <a:r>
                <a:rPr lang="en-US" sz="36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scRNAseq</a:t>
              </a:r>
              <a:r>
                <a:rPr lang="en-US" sz="3600" dirty="0">
                  <a:latin typeface="Helvetica" panose="020B0604020202020204" pitchFamily="34" charset="0"/>
                  <a:cs typeface="Helvetica" panose="020B0604020202020204" pitchFamily="34" charset="0"/>
                </a:rPr>
                <a:t> datasets were obtained from GEO (GSE86146, GSE181558) containing male and female embryonic cells and fetal cells, from both first and second trimester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Helvetica" panose="020B0604020202020204" pitchFamily="34" charset="0"/>
                  <a:cs typeface="Helvetica" panose="020B0604020202020204" pitchFamily="34" charset="0"/>
                </a:rPr>
                <a:t>The data was processed with </a:t>
              </a:r>
              <a:r>
                <a:rPr lang="en-US" sz="36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Scanpy</a:t>
              </a:r>
              <a:r>
                <a:rPr lang="en-US" sz="3600" dirty="0">
                  <a:latin typeface="Helvetica" panose="020B0604020202020204" pitchFamily="34" charset="0"/>
                  <a:cs typeface="Helvetica" panose="020B0604020202020204" pitchFamily="34" charset="0"/>
                </a:rPr>
                <a:t>. Cells were filtered based on gene counts, total counts and mitochondrial content. The data was normalized, log-transformed and highly variable genes were identified. PCA, UMAP and Leiden clustering were used for dimensionality reduction and cell population identification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Helvetica" panose="020B0604020202020204" pitchFamily="34" charset="0"/>
                  <a:cs typeface="Helvetica" panose="020B0604020202020204" pitchFamily="34" charset="0"/>
                </a:rPr>
                <a:t>The database CellMarker2.0 and known marker genes were used to annotate and refine cell type annotations 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3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3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6D6BE3-D948-45DC-CC9E-CC8981A0C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141989" y="22841030"/>
            <a:ext cx="12797589" cy="603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DB013431-ED07-DBB3-3A5D-F58C98B2D6AC}"/>
              </a:ext>
            </a:extLst>
          </p:cNvPr>
          <p:cNvGrpSpPr/>
          <p:nvPr/>
        </p:nvGrpSpPr>
        <p:grpSpPr>
          <a:xfrm>
            <a:off x="17141991" y="3523745"/>
            <a:ext cx="10778543" cy="6895601"/>
            <a:chOff x="17141991" y="3523745"/>
            <a:chExt cx="10778543" cy="6895601"/>
          </a:xfrm>
        </p:grpSpPr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5DA42DF9-81E2-AD77-5510-091E9500CC57}"/>
                </a:ext>
              </a:extLst>
            </p:cNvPr>
            <p:cNvGrpSpPr/>
            <p:nvPr/>
          </p:nvGrpSpPr>
          <p:grpSpPr>
            <a:xfrm>
              <a:off x="17141991" y="3523745"/>
              <a:ext cx="10778543" cy="6895601"/>
              <a:chOff x="1924050" y="5572720"/>
              <a:chExt cx="6362700" cy="5296585"/>
            </a:xfrm>
          </p:grpSpPr>
          <p:sp>
            <p:nvSpPr>
              <p:cNvPr id="1028" name="Rectangle 1027">
                <a:extLst>
                  <a:ext uri="{FF2B5EF4-FFF2-40B4-BE49-F238E27FC236}">
                    <a16:creationId xmlns:a16="http://schemas.microsoft.com/office/drawing/2014/main" id="{B5AC9B94-4300-6A21-147E-076B6F2E2677}"/>
                  </a:ext>
                </a:extLst>
              </p:cNvPr>
              <p:cNvSpPr/>
              <p:nvPr/>
            </p:nvSpPr>
            <p:spPr>
              <a:xfrm>
                <a:off x="1924050" y="5572720"/>
                <a:ext cx="6362700" cy="92333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UMAP of cell types</a:t>
                </a:r>
              </a:p>
            </p:txBody>
          </p:sp>
          <p:sp>
            <p:nvSpPr>
              <p:cNvPr id="1029" name="Rectangle 1028">
                <a:extLst>
                  <a:ext uri="{FF2B5EF4-FFF2-40B4-BE49-F238E27FC236}">
                    <a16:creationId xmlns:a16="http://schemas.microsoft.com/office/drawing/2014/main" id="{8E4A9DA4-8D27-EA74-1FA0-ED41DBD6EBD7}"/>
                  </a:ext>
                </a:extLst>
              </p:cNvPr>
              <p:cNvSpPr/>
              <p:nvPr/>
            </p:nvSpPr>
            <p:spPr>
              <a:xfrm>
                <a:off x="1924050" y="5649605"/>
                <a:ext cx="6362700" cy="5219700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6" name="Picture 4">
              <a:extLst>
                <a:ext uri="{FF2B5EF4-FFF2-40B4-BE49-F238E27FC236}">
                  <a16:creationId xmlns:a16="http://schemas.microsoft.com/office/drawing/2014/main" id="{0A1B164F-D2C9-6703-1ECF-9C2E761947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54812" y="5044744"/>
              <a:ext cx="10110537" cy="5117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0A62C0F-EE03-CEA2-9603-057A520A8C76}"/>
              </a:ext>
            </a:extLst>
          </p:cNvPr>
          <p:cNvGrpSpPr/>
          <p:nvPr/>
        </p:nvGrpSpPr>
        <p:grpSpPr>
          <a:xfrm>
            <a:off x="17141990" y="11128000"/>
            <a:ext cx="11902241" cy="8432801"/>
            <a:chOff x="17141990" y="11128000"/>
            <a:chExt cx="11902241" cy="8432801"/>
          </a:xfrm>
        </p:grpSpPr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83DBE692-9EB6-C66A-5BAA-B53A08687C56}"/>
                </a:ext>
              </a:extLst>
            </p:cNvPr>
            <p:cNvGrpSpPr/>
            <p:nvPr/>
          </p:nvGrpSpPr>
          <p:grpSpPr>
            <a:xfrm>
              <a:off x="17141990" y="11128000"/>
              <a:ext cx="11902241" cy="8432801"/>
              <a:chOff x="1924050" y="5572720"/>
              <a:chExt cx="6362700" cy="5296585"/>
            </a:xfrm>
          </p:grpSpPr>
          <p:sp>
            <p:nvSpPr>
              <p:cNvPr id="1031" name="Rectangle 1030">
                <a:extLst>
                  <a:ext uri="{FF2B5EF4-FFF2-40B4-BE49-F238E27FC236}">
                    <a16:creationId xmlns:a16="http://schemas.microsoft.com/office/drawing/2014/main" id="{D066E2A1-CAB9-3732-1D36-A82F4235ABBE}"/>
                  </a:ext>
                </a:extLst>
              </p:cNvPr>
              <p:cNvSpPr/>
              <p:nvPr/>
            </p:nvSpPr>
            <p:spPr>
              <a:xfrm>
                <a:off x="1924050" y="5572720"/>
                <a:ext cx="6362700" cy="92333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UMAP of CTG expression</a:t>
                </a:r>
              </a:p>
            </p:txBody>
          </p:sp>
          <p:sp>
            <p:nvSpPr>
              <p:cNvPr id="1032" name="Rectangle 1031">
                <a:extLst>
                  <a:ext uri="{FF2B5EF4-FFF2-40B4-BE49-F238E27FC236}">
                    <a16:creationId xmlns:a16="http://schemas.microsoft.com/office/drawing/2014/main" id="{F96EADC0-21CD-C13B-10D4-DEAFDB7A264F}"/>
                  </a:ext>
                </a:extLst>
              </p:cNvPr>
              <p:cNvSpPr/>
              <p:nvPr/>
            </p:nvSpPr>
            <p:spPr>
              <a:xfrm>
                <a:off x="1924050" y="5649605"/>
                <a:ext cx="6362700" cy="5219700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7" name="Picture 6">
              <a:extLst>
                <a:ext uri="{FF2B5EF4-FFF2-40B4-BE49-F238E27FC236}">
                  <a16:creationId xmlns:a16="http://schemas.microsoft.com/office/drawing/2014/main" id="{8700BC8C-DF7D-3A1E-7BF9-08FD9E7AE40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2371" b="61991"/>
            <a:stretch>
              <a:fillRect/>
            </a:stretch>
          </p:blipFill>
          <p:spPr bwMode="auto">
            <a:xfrm>
              <a:off x="17454812" y="13222408"/>
              <a:ext cx="11452008" cy="60655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138C493-3C7D-72F8-299B-81B4383D7F51}"/>
              </a:ext>
            </a:extLst>
          </p:cNvPr>
          <p:cNvGrpSpPr/>
          <p:nvPr/>
        </p:nvGrpSpPr>
        <p:grpSpPr>
          <a:xfrm>
            <a:off x="1790699" y="27596479"/>
            <a:ext cx="10058400" cy="5486400"/>
            <a:chOff x="1943101" y="26255048"/>
            <a:chExt cx="10058400" cy="54864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03DB351-0A8A-26CE-D70F-094C18FC59F8}"/>
                </a:ext>
              </a:extLst>
            </p:cNvPr>
            <p:cNvGrpSpPr/>
            <p:nvPr/>
          </p:nvGrpSpPr>
          <p:grpSpPr>
            <a:xfrm>
              <a:off x="1943101" y="26255048"/>
              <a:ext cx="10058400" cy="5486400"/>
              <a:chOff x="1924050" y="5572720"/>
              <a:chExt cx="6362700" cy="5296585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2E623CF-1DFF-85CE-3BED-32CAAB9F4CC3}"/>
                  </a:ext>
                </a:extLst>
              </p:cNvPr>
              <p:cNvSpPr/>
              <p:nvPr/>
            </p:nvSpPr>
            <p:spPr>
              <a:xfrm>
                <a:off x="1924050" y="5572720"/>
                <a:ext cx="6362700" cy="92333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QC plot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E92B95C-24FC-DC81-6D5B-C3EF4530CDE0}"/>
                  </a:ext>
                </a:extLst>
              </p:cNvPr>
              <p:cNvSpPr/>
              <p:nvPr/>
            </p:nvSpPr>
            <p:spPr>
              <a:xfrm>
                <a:off x="1924050" y="5649605"/>
                <a:ext cx="6362700" cy="5219700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8" name="Picture 8">
              <a:extLst>
                <a:ext uri="{FF2B5EF4-FFF2-40B4-BE49-F238E27FC236}">
                  <a16:creationId xmlns:a16="http://schemas.microsoft.com/office/drawing/2014/main" id="{44395874-CBFD-64FA-2AD7-A608666CED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3101" y="27832625"/>
              <a:ext cx="4605086" cy="3424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0">
              <a:extLst>
                <a:ext uri="{FF2B5EF4-FFF2-40B4-BE49-F238E27FC236}">
                  <a16:creationId xmlns:a16="http://schemas.microsoft.com/office/drawing/2014/main" id="{819346B2-E81F-A6EF-E2CD-C843E872D2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1958" y="27832625"/>
              <a:ext cx="4761497" cy="3540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C96B9D1-41AF-B90D-EADF-A5F902E9A692}"/>
              </a:ext>
            </a:extLst>
          </p:cNvPr>
          <p:cNvGrpSpPr/>
          <p:nvPr/>
        </p:nvGrpSpPr>
        <p:grpSpPr>
          <a:xfrm>
            <a:off x="30866008" y="12017338"/>
            <a:ext cx="12255170" cy="7567883"/>
            <a:chOff x="30866007" y="10637068"/>
            <a:chExt cx="12255170" cy="7567883"/>
          </a:xfrm>
        </p:grpSpPr>
        <p:grpSp>
          <p:nvGrpSpPr>
            <p:cNvPr id="1036" name="Group 1035">
              <a:extLst>
                <a:ext uri="{FF2B5EF4-FFF2-40B4-BE49-F238E27FC236}">
                  <a16:creationId xmlns:a16="http://schemas.microsoft.com/office/drawing/2014/main" id="{0C7B189B-8830-2A23-7363-3BA405CCB1F4}"/>
                </a:ext>
              </a:extLst>
            </p:cNvPr>
            <p:cNvGrpSpPr/>
            <p:nvPr/>
          </p:nvGrpSpPr>
          <p:grpSpPr>
            <a:xfrm>
              <a:off x="30866007" y="10637068"/>
              <a:ext cx="12153905" cy="7567883"/>
              <a:chOff x="1924050" y="5572720"/>
              <a:chExt cx="6362700" cy="5296585"/>
            </a:xfrm>
          </p:grpSpPr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F91A9106-0AE3-EB2E-46EA-A4E2386BE491}"/>
                  </a:ext>
                </a:extLst>
              </p:cNvPr>
              <p:cNvSpPr/>
              <p:nvPr/>
            </p:nvSpPr>
            <p:spPr>
              <a:xfrm>
                <a:off x="1924050" y="5572720"/>
                <a:ext cx="6362700" cy="92333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Conclusions</a:t>
                </a:r>
              </a:p>
            </p:txBody>
          </p:sp>
          <p:sp>
            <p:nvSpPr>
              <p:cNvPr id="1038" name="Rectangle 1037">
                <a:extLst>
                  <a:ext uri="{FF2B5EF4-FFF2-40B4-BE49-F238E27FC236}">
                    <a16:creationId xmlns:a16="http://schemas.microsoft.com/office/drawing/2014/main" id="{9F1EC27A-715B-9CA3-78A8-B0A5C954FF45}"/>
                  </a:ext>
                </a:extLst>
              </p:cNvPr>
              <p:cNvSpPr/>
              <p:nvPr/>
            </p:nvSpPr>
            <p:spPr>
              <a:xfrm>
                <a:off x="1924050" y="5649605"/>
                <a:ext cx="6362700" cy="5219700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5D311D-8FD4-7365-DA92-A2AE17E2654E}"/>
                </a:ext>
              </a:extLst>
            </p:cNvPr>
            <p:cNvSpPr txBox="1"/>
            <p:nvPr/>
          </p:nvSpPr>
          <p:spPr>
            <a:xfrm>
              <a:off x="31428488" y="12198751"/>
              <a:ext cx="11692689" cy="5632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Helvetica" panose="020B0604020202020204" pitchFamily="34" charset="0"/>
                  <a:cs typeface="Helvetica" panose="020B0604020202020204" pitchFamily="34" charset="0"/>
                </a:rPr>
                <a:t>CTGs are expressed, in various levels, across the different stages of female fetal development, showing they are a normal part of a developmental gene program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Helvetica" panose="020B0604020202020204" pitchFamily="34" charset="0"/>
                  <a:cs typeface="Helvetica" panose="020B0604020202020204" pitchFamily="34" charset="0"/>
                </a:rPr>
                <a:t>Expression patterns are consistent with </a:t>
              </a:r>
              <a:r>
                <a:rPr lang="en-US" sz="36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proliferativeative</a:t>
              </a:r>
              <a:r>
                <a:rPr lang="en-US" sz="3600" dirty="0">
                  <a:latin typeface="Helvetica" panose="020B0604020202020204" pitchFamily="34" charset="0"/>
                  <a:cs typeface="Helvetica" panose="020B0604020202020204" pitchFamily="34" charset="0"/>
                </a:rPr>
                <a:t> states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Helvetica" panose="020B0604020202020204" pitchFamily="34" charset="0"/>
                  <a:cs typeface="Helvetica" panose="020B0604020202020204" pitchFamily="34" charset="0"/>
                </a:rPr>
                <a:t>These findings could indicate that CTG expression in certain cancers such as ovarian cancer may be a reactivation of these fetal development programs, rather than a random, </a:t>
              </a:r>
              <a:r>
                <a:rPr lang="en-US" sz="36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abberant</a:t>
              </a:r>
              <a:r>
                <a:rPr lang="en-US" sz="3600" dirty="0">
                  <a:latin typeface="Helvetica" panose="020B0604020202020204" pitchFamily="34" charset="0"/>
                  <a:cs typeface="Helvetica" panose="020B0604020202020204" pitchFamily="34" charset="0"/>
                </a:rPr>
                <a:t> gene reactivation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1EFA8F4-4044-E12F-E4B1-F1DFCC7E7E34}"/>
              </a:ext>
            </a:extLst>
          </p:cNvPr>
          <p:cNvSpPr txBox="1"/>
          <p:nvPr/>
        </p:nvSpPr>
        <p:spPr>
          <a:xfrm>
            <a:off x="31428489" y="21653515"/>
            <a:ext cx="1169268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Use </a:t>
            </a:r>
            <a:r>
              <a:rPr lang="en-US" sz="3600" dirty="0" err="1">
                <a:latin typeface="Helvetica" panose="020B0604020202020204" pitchFamily="34" charset="0"/>
                <a:cs typeface="Helvetica" panose="020B0604020202020204" pitchFamily="34" charset="0"/>
              </a:rPr>
              <a:t>multitomoic</a:t>
            </a: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 data to investigate </a:t>
            </a:r>
            <a:r>
              <a:rPr lang="en-US" sz="3600" dirty="0" err="1">
                <a:latin typeface="Helvetica" panose="020B0604020202020204" pitchFamily="34" charset="0"/>
                <a:cs typeface="Helvetica" panose="020B0604020202020204" pitchFamily="34" charset="0"/>
              </a:rPr>
              <a:t>epigentic</a:t>
            </a: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 regulation of CTGs in both fetal and tumor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Extent analysis to include additional fetal development data and cancer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Determine the biological role of CTGs in fetal cell proliferation and differentiation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Expand to other species to </a:t>
            </a:r>
            <a:r>
              <a:rPr lang="en-US" sz="3600" dirty="0" err="1">
                <a:latin typeface="Helvetica" panose="020B0604020202020204" pitchFamily="34" charset="0"/>
                <a:cs typeface="Helvetica" panose="020B0604020202020204" pitchFamily="34" charset="0"/>
              </a:rPr>
              <a:t>cmpare</a:t>
            </a: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 evolutionary conservation of CTGs in fetal development o </a:t>
            </a:r>
            <a:r>
              <a:rPr lang="en-US" sz="3600" dirty="0" err="1">
                <a:latin typeface="Helvetica" panose="020B0604020202020204" pitchFamily="34" charset="0"/>
                <a:cs typeface="Helvetica" panose="020B0604020202020204" pitchFamily="34" charset="0"/>
              </a:rPr>
              <a:t>tumorigenessis</a:t>
            </a: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3600">
                <a:latin typeface="Helvetica" panose="020B0604020202020204" pitchFamily="34" charset="0"/>
                <a:cs typeface="Helvetica" panose="020B0604020202020204" pitchFamily="34" charset="0"/>
              </a:rPr>
              <a:t>progras</a:t>
            </a:r>
            <a:endParaRPr lang="en-US"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D1F6C4C-B511-97FC-53C5-15991CDF0A53}"/>
              </a:ext>
            </a:extLst>
          </p:cNvPr>
          <p:cNvGrpSpPr/>
          <p:nvPr/>
        </p:nvGrpSpPr>
        <p:grpSpPr>
          <a:xfrm>
            <a:off x="1600698" y="15130224"/>
            <a:ext cx="13820780" cy="2529293"/>
            <a:chOff x="28147374" y="26631918"/>
            <a:chExt cx="13820780" cy="2529293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98999BE-5ACB-8619-3A54-51A0AF311222}"/>
                </a:ext>
              </a:extLst>
            </p:cNvPr>
            <p:cNvGrpSpPr/>
            <p:nvPr/>
          </p:nvGrpSpPr>
          <p:grpSpPr>
            <a:xfrm>
              <a:off x="28147374" y="26631918"/>
              <a:ext cx="13563602" cy="2529293"/>
              <a:chOff x="1790700" y="12645762"/>
              <a:chExt cx="10058400" cy="2000967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E36AD40-FF0F-9D84-F1A8-DBA871055B69}"/>
                  </a:ext>
                </a:extLst>
              </p:cNvPr>
              <p:cNvSpPr/>
              <p:nvPr/>
            </p:nvSpPr>
            <p:spPr>
              <a:xfrm>
                <a:off x="1790700" y="12645762"/>
                <a:ext cx="10058400" cy="95642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Hypothesis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0713B02-2457-7250-1C38-BB2E15F06985}"/>
                  </a:ext>
                </a:extLst>
              </p:cNvPr>
              <p:cNvSpPr/>
              <p:nvPr/>
            </p:nvSpPr>
            <p:spPr>
              <a:xfrm>
                <a:off x="1790700" y="12725402"/>
                <a:ext cx="10058400" cy="1921327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9C8DAC-1E83-67B0-0963-C893990C9745}"/>
                </a:ext>
              </a:extLst>
            </p:cNvPr>
            <p:cNvSpPr txBox="1"/>
            <p:nvPr/>
          </p:nvSpPr>
          <p:spPr>
            <a:xfrm>
              <a:off x="28404552" y="27941417"/>
              <a:ext cx="1356360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Helvetica" panose="020B0604020202020204" pitchFamily="34" charset="0"/>
                  <a:cs typeface="Helvetica" panose="020B0604020202020204" pitchFamily="34" charset="0"/>
                </a:rPr>
                <a:t>CTGs are transiently expressed in specific cell populations during female fetal development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7AADAED-9B19-498D-5A24-FED27D99C068}"/>
              </a:ext>
            </a:extLst>
          </p:cNvPr>
          <p:cNvGrpSpPr/>
          <p:nvPr/>
        </p:nvGrpSpPr>
        <p:grpSpPr>
          <a:xfrm>
            <a:off x="30991839" y="3542293"/>
            <a:ext cx="11902241" cy="9100520"/>
            <a:chOff x="1924050" y="5572720"/>
            <a:chExt cx="6362700" cy="529658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8A6C98B-8362-895B-31A7-969C8B0BA048}"/>
                </a:ext>
              </a:extLst>
            </p:cNvPr>
            <p:cNvSpPr/>
            <p:nvPr/>
          </p:nvSpPr>
          <p:spPr>
            <a:xfrm>
              <a:off x="1924050" y="5572720"/>
              <a:ext cx="6362700" cy="92333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latin typeface="Helvetica" panose="020B0604020202020204" pitchFamily="34" charset="0"/>
                  <a:cs typeface="Helvetica" panose="020B0604020202020204" pitchFamily="34" charset="0"/>
                </a:rPr>
                <a:t>Ovarian cancer </a:t>
              </a:r>
              <a:r>
                <a:rPr lang="en-US" sz="54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dotplot</a:t>
              </a:r>
              <a:endParaRPr lang="en-US" sz="54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8CD046C-CF97-A780-5BEF-E37EDF5DE756}"/>
                </a:ext>
              </a:extLst>
            </p:cNvPr>
            <p:cNvSpPr/>
            <p:nvPr/>
          </p:nvSpPr>
          <p:spPr>
            <a:xfrm>
              <a:off x="1924050" y="5649605"/>
              <a:ext cx="6362700" cy="521970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1" name="Picture 12">
            <a:extLst>
              <a:ext uri="{FF2B5EF4-FFF2-40B4-BE49-F238E27FC236}">
                <a16:creationId xmlns:a16="http://schemas.microsoft.com/office/drawing/2014/main" id="{CE49A8AC-577E-F2BA-F8F8-3619F334A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0290" y="5712918"/>
            <a:ext cx="14262905" cy="367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163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6B4FB16-624A-A027-4BEA-13838BF7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46" y="809343"/>
            <a:ext cx="13977639" cy="915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4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326</TotalTime>
  <Words>1349</Words>
  <Application>Microsoft Office PowerPoint</Application>
  <PresentationFormat>Custom</PresentationFormat>
  <Paragraphs>95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Helvetica</vt:lpstr>
      <vt:lpstr>Office Theme</vt:lpstr>
      <vt:lpstr>Postbac poster day</vt:lpstr>
      <vt:lpstr>scRNA-seq</vt:lpstr>
      <vt:lpstr>scRNA-seq</vt:lpstr>
      <vt:lpstr>snRNAseq</vt:lpstr>
      <vt:lpstr>RNAseq</vt:lpstr>
      <vt:lpstr>Spatial transcriptomics</vt:lpstr>
      <vt:lpstr>Multi-omics/Transcriptomics</vt:lpstr>
      <vt:lpstr>scRNA-Seq Reveals Unexpected Expression of Cancer-Testis Genes in Female Fetal Development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Scott, Arielle (NIH/NIAID) [F]</dc:creator>
  <cp:lastModifiedBy>Scott, Arielle (NIH/NIAID) [F]</cp:lastModifiedBy>
  <cp:revision>3</cp:revision>
  <dcterms:created xsi:type="dcterms:W3CDTF">2026-03-19T15:50:14Z</dcterms:created>
  <dcterms:modified xsi:type="dcterms:W3CDTF">2026-04-02T14:45:59Z</dcterms:modified>
</cp:coreProperties>
</file>